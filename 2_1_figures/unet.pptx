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</p:sldIdLst>
  <p:sldSz cx="91805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A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6A95F7-F5ED-CB4C-8436-85A4A7B0397F}" v="63" dt="2025-11-15T21:18:21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0"/>
    <p:restoredTop sz="94598"/>
  </p:normalViewPr>
  <p:slideViewPr>
    <p:cSldViewPr snapToGrid="0">
      <p:cViewPr>
        <p:scale>
          <a:sx n="118" d="100"/>
          <a:sy n="118" d="100"/>
        </p:scale>
        <p:origin x="225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Pfaff" userId="e56d4c81-1849-45b9-a37f-931c61f7fd3e" providerId="ADAL" clId="{61167CAA-059E-5DEF-8DC3-D6149A2990B3}"/>
    <pc:docChg chg="undo redo custSel modSld modMainMaster">
      <pc:chgData name="Robin Pfaff" userId="e56d4c81-1849-45b9-a37f-931c61f7fd3e" providerId="ADAL" clId="{61167CAA-059E-5DEF-8DC3-D6149A2990B3}" dt="2025-11-15T21:18:21.766" v="1367"/>
      <pc:docMkLst>
        <pc:docMk/>
      </pc:docMkLst>
      <pc:sldChg chg="modSp">
        <pc:chgData name="Robin Pfaff" userId="e56d4c81-1849-45b9-a37f-931c61f7fd3e" providerId="ADAL" clId="{61167CAA-059E-5DEF-8DC3-D6149A2990B3}" dt="2025-11-15T21:18:21.766" v="1367"/>
        <pc:sldMkLst>
          <pc:docMk/>
          <pc:sldMk cId="4283347602" sldId="256"/>
        </pc:sldMkLst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4283347602" sldId="256"/>
            <ac:spMk id="8" creationId="{83884338-3E00-7BB8-FC46-85F3F61F93EB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4283347602" sldId="256"/>
            <ac:spMk id="16" creationId="{EBC31A3D-DB0E-3AF8-0234-3C778C3D111E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4283347602" sldId="256"/>
            <ac:spMk id="19" creationId="{72452DA0-4CCF-428A-C389-8D5DD00E6DF2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4283347602" sldId="256"/>
            <ac:spMk id="35" creationId="{BEFEBB4F-9CFF-38D4-9453-1305DECA0C8F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4283347602" sldId="256"/>
            <ac:spMk id="57" creationId="{04C13CAD-1412-8CCB-2D5C-D61856AB0AAC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4283347602" sldId="256"/>
            <ac:spMk id="67" creationId="{3903C474-FFDB-7A7C-DC44-37C53912C56A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4283347602" sldId="256"/>
            <ac:spMk id="71" creationId="{E6DC268D-4261-C191-ABDF-759862D734AE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4283347602" sldId="256"/>
            <ac:spMk id="75" creationId="{84C0DDB9-5FCA-7E1B-7758-8A6269A5C69F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4283347602" sldId="256"/>
            <ac:spMk id="93" creationId="{86075564-E34B-D3EC-B345-EA71CA304652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4283347602" sldId="256"/>
            <ac:spMk id="98" creationId="{25A5B928-F0CA-3A24-688D-D9FDF1B187A2}"/>
          </ac:spMkLst>
        </pc:spChg>
      </pc:sldChg>
      <pc:sldChg chg="addSp delSp modSp mod">
        <pc:chgData name="Robin Pfaff" userId="e56d4c81-1849-45b9-a37f-931c61f7fd3e" providerId="ADAL" clId="{61167CAA-059E-5DEF-8DC3-D6149A2990B3}" dt="2025-11-15T21:18:21.766" v="1367"/>
        <pc:sldMkLst>
          <pc:docMk/>
          <pc:sldMk cId="1599323890" sldId="257"/>
        </pc:sldMkLst>
        <pc:spChg chg="del mod">
          <ac:chgData name="Robin Pfaff" userId="e56d4c81-1849-45b9-a37f-931c61f7fd3e" providerId="ADAL" clId="{61167CAA-059E-5DEF-8DC3-D6149A2990B3}" dt="2025-11-15T21:13:23.187" v="1086" actId="478"/>
          <ac:spMkLst>
            <pc:docMk/>
            <pc:sldMk cId="1599323890" sldId="257"/>
            <ac:spMk id="21" creationId="{5D436522-5F7C-5739-211A-EB5F86991960}"/>
          </ac:spMkLst>
        </pc:spChg>
        <pc:spChg chg="del">
          <ac:chgData name="Robin Pfaff" userId="e56d4c81-1849-45b9-a37f-931c61f7fd3e" providerId="ADAL" clId="{61167CAA-059E-5DEF-8DC3-D6149A2990B3}" dt="2025-11-15T21:13:23.187" v="1086" actId="478"/>
          <ac:spMkLst>
            <pc:docMk/>
            <pc:sldMk cId="1599323890" sldId="257"/>
            <ac:spMk id="22" creationId="{D645DC73-5694-F610-1404-AB0948150AD0}"/>
          </ac:spMkLst>
        </pc:spChg>
        <pc:spChg chg="del">
          <ac:chgData name="Robin Pfaff" userId="e56d4c81-1849-45b9-a37f-931c61f7fd3e" providerId="ADAL" clId="{61167CAA-059E-5DEF-8DC3-D6149A2990B3}" dt="2025-11-15T21:13:23.187" v="1086" actId="478"/>
          <ac:spMkLst>
            <pc:docMk/>
            <pc:sldMk cId="1599323890" sldId="257"/>
            <ac:spMk id="23" creationId="{4996BEFB-209F-9FE4-A10E-5A07AC164669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1599323890" sldId="257"/>
            <ac:spMk id="27" creationId="{D89CB08A-91F0-FAE6-933E-6ECBFE2C2090}"/>
          </ac:spMkLst>
        </pc:spChg>
        <pc:spChg chg="mod">
          <ac:chgData name="Robin Pfaff" userId="e56d4c81-1849-45b9-a37f-931c61f7fd3e" providerId="ADAL" clId="{61167CAA-059E-5DEF-8DC3-D6149A2990B3}" dt="2025-11-15T04:51:57.423" v="506" actId="1076"/>
          <ac:spMkLst>
            <pc:docMk/>
            <pc:sldMk cId="1599323890" sldId="257"/>
            <ac:spMk id="62" creationId="{07518346-F327-9FE7-C2D4-5DF61CAB4623}"/>
          </ac:spMkLst>
        </pc:spChg>
        <pc:spChg chg="mod">
          <ac:chgData name="Robin Pfaff" userId="e56d4c81-1849-45b9-a37f-931c61f7fd3e" providerId="ADAL" clId="{61167CAA-059E-5DEF-8DC3-D6149A2990B3}" dt="2025-11-15T21:18:05.057" v="1366" actId="1036"/>
          <ac:spMkLst>
            <pc:docMk/>
            <pc:sldMk cId="1599323890" sldId="257"/>
            <ac:spMk id="64" creationId="{FA516B38-197D-52E4-A2F7-CFDB01DE19E9}"/>
          </ac:spMkLst>
        </pc:spChg>
        <pc:spChg chg="mod">
          <ac:chgData name="Robin Pfaff" userId="e56d4c81-1849-45b9-a37f-931c61f7fd3e" providerId="ADAL" clId="{61167CAA-059E-5DEF-8DC3-D6149A2990B3}" dt="2025-11-15T21:18:05.057" v="1366" actId="1036"/>
          <ac:spMkLst>
            <pc:docMk/>
            <pc:sldMk cId="1599323890" sldId="257"/>
            <ac:spMk id="80" creationId="{BE5F4859-C716-325D-E0AA-84D3D95B303C}"/>
          </ac:spMkLst>
        </pc:spChg>
        <pc:spChg chg="mod">
          <ac:chgData name="Robin Pfaff" userId="e56d4c81-1849-45b9-a37f-931c61f7fd3e" providerId="ADAL" clId="{61167CAA-059E-5DEF-8DC3-D6149A2990B3}" dt="2025-11-15T21:18:05.057" v="1366" actId="1036"/>
          <ac:spMkLst>
            <pc:docMk/>
            <pc:sldMk cId="1599323890" sldId="257"/>
            <ac:spMk id="82" creationId="{DCCC5412-77CC-450E-7C62-CB01C73AA958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1599323890" sldId="257"/>
            <ac:spMk id="83" creationId="{288D109C-45E1-52C4-0FD3-6BD7BEBA333F}"/>
          </ac:spMkLst>
        </pc:spChg>
        <pc:spChg chg="mod">
          <ac:chgData name="Robin Pfaff" userId="e56d4c81-1849-45b9-a37f-931c61f7fd3e" providerId="ADAL" clId="{61167CAA-059E-5DEF-8DC3-D6149A2990B3}" dt="2025-11-15T04:39:56.916" v="109" actId="14100"/>
          <ac:spMkLst>
            <pc:docMk/>
            <pc:sldMk cId="1599323890" sldId="257"/>
            <ac:spMk id="85" creationId="{42B2A552-08E4-CDB0-88A4-7935433DD20E}"/>
          </ac:spMkLst>
        </pc:spChg>
        <pc:spChg chg="mod">
          <ac:chgData name="Robin Pfaff" userId="e56d4c81-1849-45b9-a37f-931c61f7fd3e" providerId="ADAL" clId="{61167CAA-059E-5DEF-8DC3-D6149A2990B3}" dt="2025-11-15T04:40:26.755" v="136" actId="1038"/>
          <ac:spMkLst>
            <pc:docMk/>
            <pc:sldMk cId="1599323890" sldId="257"/>
            <ac:spMk id="86" creationId="{A9941BE1-AB10-FC2E-6D4F-56BEF87E580B}"/>
          </ac:spMkLst>
        </pc:spChg>
        <pc:spChg chg="mod">
          <ac:chgData name="Robin Pfaff" userId="e56d4c81-1849-45b9-a37f-931c61f7fd3e" providerId="ADAL" clId="{61167CAA-059E-5DEF-8DC3-D6149A2990B3}" dt="2025-11-15T04:40:17.862" v="126" actId="1038"/>
          <ac:spMkLst>
            <pc:docMk/>
            <pc:sldMk cId="1599323890" sldId="257"/>
            <ac:spMk id="89" creationId="{66C9C621-839B-CEEA-E1D8-4C2DA098A9C7}"/>
          </ac:spMkLst>
        </pc:spChg>
        <pc:spChg chg="mod">
          <ac:chgData name="Robin Pfaff" userId="e56d4c81-1849-45b9-a37f-931c61f7fd3e" providerId="ADAL" clId="{61167CAA-059E-5DEF-8DC3-D6149A2990B3}" dt="2025-11-15T04:40:30.415" v="137" actId="1037"/>
          <ac:spMkLst>
            <pc:docMk/>
            <pc:sldMk cId="1599323890" sldId="257"/>
            <ac:spMk id="90" creationId="{F6CC8179-8F4C-1D91-EFDA-318D9434C147}"/>
          </ac:spMkLst>
        </pc:spChg>
        <pc:spChg chg="mod">
          <ac:chgData name="Robin Pfaff" userId="e56d4c81-1849-45b9-a37f-931c61f7fd3e" providerId="ADAL" clId="{61167CAA-059E-5DEF-8DC3-D6149A2990B3}" dt="2025-11-15T04:40:17.862" v="126" actId="1038"/>
          <ac:spMkLst>
            <pc:docMk/>
            <pc:sldMk cId="1599323890" sldId="257"/>
            <ac:spMk id="92" creationId="{459D795A-73F0-5E36-7220-32D42F6F3161}"/>
          </ac:spMkLst>
        </pc:spChg>
        <pc:spChg chg="mod">
          <ac:chgData name="Robin Pfaff" userId="e56d4c81-1849-45b9-a37f-931c61f7fd3e" providerId="ADAL" clId="{61167CAA-059E-5DEF-8DC3-D6149A2990B3}" dt="2025-11-15T04:41:52.254" v="204" actId="1038"/>
          <ac:spMkLst>
            <pc:docMk/>
            <pc:sldMk cId="1599323890" sldId="257"/>
            <ac:spMk id="93" creationId="{E84BA724-DB01-5401-06F6-528ADD3B9FBB}"/>
          </ac:spMkLst>
        </pc:spChg>
        <pc:spChg chg="mod">
          <ac:chgData name="Robin Pfaff" userId="e56d4c81-1849-45b9-a37f-931c61f7fd3e" providerId="ADAL" clId="{61167CAA-059E-5DEF-8DC3-D6149A2990B3}" dt="2025-11-15T04:40:17.862" v="126" actId="1038"/>
          <ac:spMkLst>
            <pc:docMk/>
            <pc:sldMk cId="1599323890" sldId="257"/>
            <ac:spMk id="94" creationId="{C5DD9058-491B-4589-F356-5DF4FBA632B5}"/>
          </ac:spMkLst>
        </pc:spChg>
        <pc:spChg chg="mod">
          <ac:chgData name="Robin Pfaff" userId="e56d4c81-1849-45b9-a37f-931c61f7fd3e" providerId="ADAL" clId="{61167CAA-059E-5DEF-8DC3-D6149A2990B3}" dt="2025-11-15T04:40:17.862" v="126" actId="1038"/>
          <ac:spMkLst>
            <pc:docMk/>
            <pc:sldMk cId="1599323890" sldId="257"/>
            <ac:spMk id="96" creationId="{2D0CAC00-7A58-A265-39FB-BADCC16DFD33}"/>
          </ac:spMkLst>
        </pc:spChg>
        <pc:spChg chg="mod">
          <ac:chgData name="Robin Pfaff" userId="e56d4c81-1849-45b9-a37f-931c61f7fd3e" providerId="ADAL" clId="{61167CAA-059E-5DEF-8DC3-D6149A2990B3}" dt="2025-11-15T04:40:17.862" v="126" actId="1038"/>
          <ac:spMkLst>
            <pc:docMk/>
            <pc:sldMk cId="1599323890" sldId="257"/>
            <ac:spMk id="97" creationId="{47832080-7AFD-9BB3-7229-0949DC5B31BF}"/>
          </ac:spMkLst>
        </pc:spChg>
        <pc:spChg chg="mod">
          <ac:chgData name="Robin Pfaff" userId="e56d4c81-1849-45b9-a37f-931c61f7fd3e" providerId="ADAL" clId="{61167CAA-059E-5DEF-8DC3-D6149A2990B3}" dt="2025-11-15T21:18:05.057" v="1366" actId="1036"/>
          <ac:spMkLst>
            <pc:docMk/>
            <pc:sldMk cId="1599323890" sldId="257"/>
            <ac:spMk id="98" creationId="{CD1FF3CF-51D7-8822-C0A1-9A4E245223AF}"/>
          </ac:spMkLst>
        </pc:spChg>
        <pc:spChg chg="mod">
          <ac:chgData name="Robin Pfaff" userId="e56d4c81-1849-45b9-a37f-931c61f7fd3e" providerId="ADAL" clId="{61167CAA-059E-5DEF-8DC3-D6149A2990B3}" dt="2025-11-15T04:41:48.999" v="195" actId="1076"/>
          <ac:spMkLst>
            <pc:docMk/>
            <pc:sldMk cId="1599323890" sldId="257"/>
            <ac:spMk id="99" creationId="{875FDB31-B8AB-E418-4AA5-363375C37BFB}"/>
          </ac:spMkLst>
        </pc:spChg>
        <pc:spChg chg="mod">
          <ac:chgData name="Robin Pfaff" userId="e56d4c81-1849-45b9-a37f-931c61f7fd3e" providerId="ADAL" clId="{61167CAA-059E-5DEF-8DC3-D6149A2990B3}" dt="2025-11-15T04:40:43.376" v="138" actId="14100"/>
          <ac:spMkLst>
            <pc:docMk/>
            <pc:sldMk cId="1599323890" sldId="257"/>
            <ac:spMk id="100" creationId="{F5E13743-BD03-B6A6-CC3B-1A74CD7DE08C}"/>
          </ac:spMkLst>
        </pc:spChg>
        <pc:spChg chg="mod">
          <ac:chgData name="Robin Pfaff" userId="e56d4c81-1849-45b9-a37f-931c61f7fd3e" providerId="ADAL" clId="{61167CAA-059E-5DEF-8DC3-D6149A2990B3}" dt="2025-11-15T21:18:05.057" v="1366" actId="1036"/>
          <ac:spMkLst>
            <pc:docMk/>
            <pc:sldMk cId="1599323890" sldId="257"/>
            <ac:spMk id="101" creationId="{D2C95B9B-560B-C070-D844-166BF115D7D3}"/>
          </ac:spMkLst>
        </pc:spChg>
        <pc:spChg chg="mod">
          <ac:chgData name="Robin Pfaff" userId="e56d4c81-1849-45b9-a37f-931c61f7fd3e" providerId="ADAL" clId="{61167CAA-059E-5DEF-8DC3-D6149A2990B3}" dt="2025-11-15T04:42:30.543" v="261" actId="1035"/>
          <ac:spMkLst>
            <pc:docMk/>
            <pc:sldMk cId="1599323890" sldId="257"/>
            <ac:spMk id="102" creationId="{E9F98AAB-8127-6DDF-6129-608B1192E874}"/>
          </ac:spMkLst>
        </pc:spChg>
        <pc:spChg chg="mod">
          <ac:chgData name="Robin Pfaff" userId="e56d4c81-1849-45b9-a37f-931c61f7fd3e" providerId="ADAL" clId="{61167CAA-059E-5DEF-8DC3-D6149A2990B3}" dt="2025-11-15T04:41:24.286" v="186" actId="1038"/>
          <ac:spMkLst>
            <pc:docMk/>
            <pc:sldMk cId="1599323890" sldId="257"/>
            <ac:spMk id="103" creationId="{77E68303-8E5A-6233-43AF-5B401A7E19A0}"/>
          </ac:spMkLst>
        </pc:spChg>
        <pc:spChg chg="mod">
          <ac:chgData name="Robin Pfaff" userId="e56d4c81-1849-45b9-a37f-931c61f7fd3e" providerId="ADAL" clId="{61167CAA-059E-5DEF-8DC3-D6149A2990B3}" dt="2025-11-15T04:40:59.979" v="140" actId="1076"/>
          <ac:spMkLst>
            <pc:docMk/>
            <pc:sldMk cId="1599323890" sldId="257"/>
            <ac:spMk id="104" creationId="{895CD309-F4C6-39BF-668F-377D8396E286}"/>
          </ac:spMkLst>
        </pc:spChg>
        <pc:spChg chg="mod">
          <ac:chgData name="Robin Pfaff" userId="e56d4c81-1849-45b9-a37f-931c61f7fd3e" providerId="ADAL" clId="{61167CAA-059E-5DEF-8DC3-D6149A2990B3}" dt="2025-11-15T04:41:31.801" v="190" actId="1035"/>
          <ac:spMkLst>
            <pc:docMk/>
            <pc:sldMk cId="1599323890" sldId="257"/>
            <ac:spMk id="105" creationId="{3C2F0044-C10A-265F-AC33-93C381F1C645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1599323890" sldId="257"/>
            <ac:spMk id="106" creationId="{4B2F86D2-331B-B755-B84C-0FBE64FC9A3E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k cId="1599323890" sldId="257"/>
            <ac:spMk id="107" creationId="{92632378-5AEF-07AF-5AFE-44EA7B672759}"/>
          </ac:spMkLst>
        </pc:spChg>
        <pc:spChg chg="mod">
          <ac:chgData name="Robin Pfaff" userId="e56d4c81-1849-45b9-a37f-931c61f7fd3e" providerId="ADAL" clId="{61167CAA-059E-5DEF-8DC3-D6149A2990B3}" dt="2025-11-15T04:43:11.754" v="264" actId="1076"/>
          <ac:spMkLst>
            <pc:docMk/>
            <pc:sldMk cId="1599323890" sldId="257"/>
            <ac:spMk id="108" creationId="{B9C19A78-66D6-7735-D180-99E16DAD3242}"/>
          </ac:spMkLst>
        </pc:spChg>
        <pc:spChg chg="mod">
          <ac:chgData name="Robin Pfaff" userId="e56d4c81-1849-45b9-a37f-931c61f7fd3e" providerId="ADAL" clId="{61167CAA-059E-5DEF-8DC3-D6149A2990B3}" dt="2025-11-15T04:43:17.921" v="265" actId="1076"/>
          <ac:spMkLst>
            <pc:docMk/>
            <pc:sldMk cId="1599323890" sldId="257"/>
            <ac:spMk id="109" creationId="{7E86D503-E085-4472-9F9D-6527032FAEC1}"/>
          </ac:spMkLst>
        </pc:spChg>
        <pc:spChg chg="add mod">
          <ac:chgData name="Robin Pfaff" userId="e56d4c81-1849-45b9-a37f-931c61f7fd3e" providerId="ADAL" clId="{61167CAA-059E-5DEF-8DC3-D6149A2990B3}" dt="2025-11-15T04:43:38.172" v="267" actId="14100"/>
          <ac:spMkLst>
            <pc:docMk/>
            <pc:sldMk cId="1599323890" sldId="257"/>
            <ac:spMk id="113" creationId="{0B173EAF-5601-B4AE-3B5B-60AD79B93B7C}"/>
          </ac:spMkLst>
        </pc:spChg>
        <pc:spChg chg="add mod">
          <ac:chgData name="Robin Pfaff" userId="e56d4c81-1849-45b9-a37f-931c61f7fd3e" providerId="ADAL" clId="{61167CAA-059E-5DEF-8DC3-D6149A2990B3}" dt="2025-11-15T04:43:27.505" v="266" actId="1076"/>
          <ac:spMkLst>
            <pc:docMk/>
            <pc:sldMk cId="1599323890" sldId="257"/>
            <ac:spMk id="114" creationId="{FE854654-383A-14A7-1D29-74B4FEA480AB}"/>
          </ac:spMkLst>
        </pc:spChg>
        <pc:spChg chg="add mod">
          <ac:chgData name="Robin Pfaff" userId="e56d4c81-1849-45b9-a37f-931c61f7fd3e" providerId="ADAL" clId="{61167CAA-059E-5DEF-8DC3-D6149A2990B3}" dt="2025-11-15T04:43:46.431" v="285" actId="1037"/>
          <ac:spMkLst>
            <pc:docMk/>
            <pc:sldMk cId="1599323890" sldId="257"/>
            <ac:spMk id="115" creationId="{DA3AD843-E2AB-60C6-ADAB-BA09E4979251}"/>
          </ac:spMkLst>
        </pc:spChg>
        <pc:spChg chg="add mod">
          <ac:chgData name="Robin Pfaff" userId="e56d4c81-1849-45b9-a37f-931c61f7fd3e" providerId="ADAL" clId="{61167CAA-059E-5DEF-8DC3-D6149A2990B3}" dt="2025-11-15T21:18:05.057" v="1366" actId="1036"/>
          <ac:spMkLst>
            <pc:docMk/>
            <pc:sldMk cId="1599323890" sldId="257"/>
            <ac:spMk id="116" creationId="{74FCFCB6-F9FC-D42D-1D1C-F0FC145F077C}"/>
          </ac:spMkLst>
        </pc:spChg>
        <pc:spChg chg="add mod">
          <ac:chgData name="Robin Pfaff" userId="e56d4c81-1849-45b9-a37f-931c61f7fd3e" providerId="ADAL" clId="{61167CAA-059E-5DEF-8DC3-D6149A2990B3}" dt="2025-11-15T04:44:12.834" v="340" actId="1038"/>
          <ac:spMkLst>
            <pc:docMk/>
            <pc:sldMk cId="1599323890" sldId="257"/>
            <ac:spMk id="117" creationId="{2871899C-584B-FB3E-2308-3B496C76A313}"/>
          </ac:spMkLst>
        </pc:spChg>
        <pc:spChg chg="add mod">
          <ac:chgData name="Robin Pfaff" userId="e56d4c81-1849-45b9-a37f-931c61f7fd3e" providerId="ADAL" clId="{61167CAA-059E-5DEF-8DC3-D6149A2990B3}" dt="2025-11-15T04:43:57.874" v="313" actId="1037"/>
          <ac:spMkLst>
            <pc:docMk/>
            <pc:sldMk cId="1599323890" sldId="257"/>
            <ac:spMk id="118" creationId="{083569CF-2D40-6BC8-0920-B642F6F86087}"/>
          </ac:spMkLst>
        </pc:spChg>
        <pc:spChg chg="add mod">
          <ac:chgData name="Robin Pfaff" userId="e56d4c81-1849-45b9-a37f-931c61f7fd3e" providerId="ADAL" clId="{61167CAA-059E-5DEF-8DC3-D6149A2990B3}" dt="2025-11-15T04:43:57.874" v="313" actId="1037"/>
          <ac:spMkLst>
            <pc:docMk/>
            <pc:sldMk cId="1599323890" sldId="257"/>
            <ac:spMk id="119" creationId="{34E3CB51-C5A6-EB02-45FA-7A17A3421852}"/>
          </ac:spMkLst>
        </pc:spChg>
        <pc:spChg chg="add mod">
          <ac:chgData name="Robin Pfaff" userId="e56d4c81-1849-45b9-a37f-931c61f7fd3e" providerId="ADAL" clId="{61167CAA-059E-5DEF-8DC3-D6149A2990B3}" dt="2025-11-15T04:44:05.152" v="330" actId="1038"/>
          <ac:spMkLst>
            <pc:docMk/>
            <pc:sldMk cId="1599323890" sldId="257"/>
            <ac:spMk id="120" creationId="{F12F2EC0-0907-A20C-39D1-EFAB1467CD81}"/>
          </ac:spMkLst>
        </pc:spChg>
        <pc:spChg chg="add mod">
          <ac:chgData name="Robin Pfaff" userId="e56d4c81-1849-45b9-a37f-931c61f7fd3e" providerId="ADAL" clId="{61167CAA-059E-5DEF-8DC3-D6149A2990B3}" dt="2025-11-15T04:47:34.849" v="406" actId="1037"/>
          <ac:spMkLst>
            <pc:docMk/>
            <pc:sldMk cId="1599323890" sldId="257"/>
            <ac:spMk id="121" creationId="{779938BA-8F59-F848-F39C-77DFA17A91BE}"/>
          </ac:spMkLst>
        </pc:spChg>
        <pc:spChg chg="add mod">
          <ac:chgData name="Robin Pfaff" userId="e56d4c81-1849-45b9-a37f-931c61f7fd3e" providerId="ADAL" clId="{61167CAA-059E-5DEF-8DC3-D6149A2990B3}" dt="2025-11-15T04:47:34.849" v="406" actId="1037"/>
          <ac:spMkLst>
            <pc:docMk/>
            <pc:sldMk cId="1599323890" sldId="257"/>
            <ac:spMk id="122" creationId="{E7954E82-7DF2-055A-0447-38305576DE33}"/>
          </ac:spMkLst>
        </pc:spChg>
        <pc:spChg chg="add mod">
          <ac:chgData name="Robin Pfaff" userId="e56d4c81-1849-45b9-a37f-931c61f7fd3e" providerId="ADAL" clId="{61167CAA-059E-5DEF-8DC3-D6149A2990B3}" dt="2025-11-15T04:47:34.849" v="406" actId="1037"/>
          <ac:spMkLst>
            <pc:docMk/>
            <pc:sldMk cId="1599323890" sldId="257"/>
            <ac:spMk id="123" creationId="{7E50A962-4F8F-F382-300B-1CAF11C16108}"/>
          </ac:spMkLst>
        </pc:spChg>
        <pc:spChg chg="add mod">
          <ac:chgData name="Robin Pfaff" userId="e56d4c81-1849-45b9-a37f-931c61f7fd3e" providerId="ADAL" clId="{61167CAA-059E-5DEF-8DC3-D6149A2990B3}" dt="2025-11-15T04:44:36.303" v="363" actId="1038"/>
          <ac:spMkLst>
            <pc:docMk/>
            <pc:sldMk cId="1599323890" sldId="257"/>
            <ac:spMk id="124" creationId="{2B255FA6-6EDD-21B7-6EF0-1154A979B071}"/>
          </ac:spMkLst>
        </pc:spChg>
        <pc:spChg chg="add mod">
          <ac:chgData name="Robin Pfaff" userId="e56d4c81-1849-45b9-a37f-931c61f7fd3e" providerId="ADAL" clId="{61167CAA-059E-5DEF-8DC3-D6149A2990B3}" dt="2025-11-15T04:47:34.849" v="406" actId="1037"/>
          <ac:spMkLst>
            <pc:docMk/>
            <pc:sldMk cId="1599323890" sldId="257"/>
            <ac:spMk id="125" creationId="{8C4A9D15-5653-7819-D7B9-0244277E20AC}"/>
          </ac:spMkLst>
        </pc:spChg>
        <pc:spChg chg="add mod">
          <ac:chgData name="Robin Pfaff" userId="e56d4c81-1849-45b9-a37f-931c61f7fd3e" providerId="ADAL" clId="{61167CAA-059E-5DEF-8DC3-D6149A2990B3}" dt="2025-11-15T04:45:45.770" v="395" actId="1038"/>
          <ac:spMkLst>
            <pc:docMk/>
            <pc:sldMk cId="1599323890" sldId="257"/>
            <ac:spMk id="126" creationId="{27AD7EFD-F93B-1F17-1231-8804A1722A42}"/>
          </ac:spMkLst>
        </pc:spChg>
        <pc:spChg chg="add mod">
          <ac:chgData name="Robin Pfaff" userId="e56d4c81-1849-45b9-a37f-931c61f7fd3e" providerId="ADAL" clId="{61167CAA-059E-5DEF-8DC3-D6149A2990B3}" dt="2025-11-15T04:47:34.849" v="406" actId="1037"/>
          <ac:spMkLst>
            <pc:docMk/>
            <pc:sldMk cId="1599323890" sldId="257"/>
            <ac:spMk id="127" creationId="{B17C5245-241E-50A6-0DFC-A2666F28D2B2}"/>
          </ac:spMkLst>
        </pc:spChg>
        <pc:spChg chg="add mod">
          <ac:chgData name="Robin Pfaff" userId="e56d4c81-1849-45b9-a37f-931c61f7fd3e" providerId="ADAL" clId="{61167CAA-059E-5DEF-8DC3-D6149A2990B3}" dt="2025-11-15T21:18:21.766" v="1367"/>
          <ac:spMkLst>
            <pc:docMk/>
            <pc:sldMk cId="1599323890" sldId="257"/>
            <ac:spMk id="128" creationId="{05B2BAC9-1F79-95AC-5928-FF26F2CAAFDA}"/>
          </ac:spMkLst>
        </pc:spChg>
        <pc:spChg chg="add mod">
          <ac:chgData name="Robin Pfaff" userId="e56d4c81-1849-45b9-a37f-931c61f7fd3e" providerId="ADAL" clId="{61167CAA-059E-5DEF-8DC3-D6149A2990B3}" dt="2025-11-15T04:48:37.256" v="429" actId="1037"/>
          <ac:spMkLst>
            <pc:docMk/>
            <pc:sldMk cId="1599323890" sldId="257"/>
            <ac:spMk id="129" creationId="{DB460ABF-2113-219F-94A1-A3B7C3BC9206}"/>
          </ac:spMkLst>
        </pc:spChg>
        <pc:spChg chg="add mod">
          <ac:chgData name="Robin Pfaff" userId="e56d4c81-1849-45b9-a37f-931c61f7fd3e" providerId="ADAL" clId="{61167CAA-059E-5DEF-8DC3-D6149A2990B3}" dt="2025-11-15T04:49:51.805" v="485" actId="1076"/>
          <ac:spMkLst>
            <pc:docMk/>
            <pc:sldMk cId="1599323890" sldId="257"/>
            <ac:spMk id="130" creationId="{95A3E61A-DC8F-18BA-A45C-A49C761DBECE}"/>
          </ac:spMkLst>
        </pc:spChg>
        <pc:spChg chg="add mod">
          <ac:chgData name="Robin Pfaff" userId="e56d4c81-1849-45b9-a37f-931c61f7fd3e" providerId="ADAL" clId="{61167CAA-059E-5DEF-8DC3-D6149A2990B3}" dt="2025-11-15T04:49:51.805" v="485" actId="1076"/>
          <ac:spMkLst>
            <pc:docMk/>
            <pc:sldMk cId="1599323890" sldId="257"/>
            <ac:spMk id="131" creationId="{F2972C47-DEFA-2C0D-F505-A6E2DC18A0CE}"/>
          </ac:spMkLst>
        </pc:spChg>
        <pc:spChg chg="add mod">
          <ac:chgData name="Robin Pfaff" userId="e56d4c81-1849-45b9-a37f-931c61f7fd3e" providerId="ADAL" clId="{61167CAA-059E-5DEF-8DC3-D6149A2990B3}" dt="2025-11-15T04:47:34.849" v="406" actId="1037"/>
          <ac:spMkLst>
            <pc:docMk/>
            <pc:sldMk cId="1599323890" sldId="257"/>
            <ac:spMk id="132" creationId="{AF69DA42-E7A9-CEBD-E348-67B67321E121}"/>
          </ac:spMkLst>
        </pc:spChg>
        <pc:spChg chg="add mod">
          <ac:chgData name="Robin Pfaff" userId="e56d4c81-1849-45b9-a37f-931c61f7fd3e" providerId="ADAL" clId="{61167CAA-059E-5DEF-8DC3-D6149A2990B3}" dt="2025-11-15T04:47:34.849" v="406" actId="1037"/>
          <ac:spMkLst>
            <pc:docMk/>
            <pc:sldMk cId="1599323890" sldId="257"/>
            <ac:spMk id="133" creationId="{CFC47BAE-C30A-1B09-DBD8-2342A18DD9A4}"/>
          </ac:spMkLst>
        </pc:spChg>
        <pc:spChg chg="add mod">
          <ac:chgData name="Robin Pfaff" userId="e56d4c81-1849-45b9-a37f-931c61f7fd3e" providerId="ADAL" clId="{61167CAA-059E-5DEF-8DC3-D6149A2990B3}" dt="2025-11-15T21:18:05.057" v="1366" actId="1036"/>
          <ac:spMkLst>
            <pc:docMk/>
            <pc:sldMk cId="1599323890" sldId="257"/>
            <ac:spMk id="134" creationId="{675707D7-92BB-6FB6-A843-20F28BFF93E4}"/>
          </ac:spMkLst>
        </pc:spChg>
        <pc:spChg chg="add mod">
          <ac:chgData name="Robin Pfaff" userId="e56d4c81-1849-45b9-a37f-931c61f7fd3e" providerId="ADAL" clId="{61167CAA-059E-5DEF-8DC3-D6149A2990B3}" dt="2025-11-15T04:48:02.126" v="409" actId="1076"/>
          <ac:spMkLst>
            <pc:docMk/>
            <pc:sldMk cId="1599323890" sldId="257"/>
            <ac:spMk id="135" creationId="{9BC4F225-D828-476C-4310-27FD373BECF0}"/>
          </ac:spMkLst>
        </pc:spChg>
        <pc:spChg chg="add mod">
          <ac:chgData name="Robin Pfaff" userId="e56d4c81-1849-45b9-a37f-931c61f7fd3e" providerId="ADAL" clId="{61167CAA-059E-5DEF-8DC3-D6149A2990B3}" dt="2025-11-15T04:48:32.452" v="425" actId="1037"/>
          <ac:spMkLst>
            <pc:docMk/>
            <pc:sldMk cId="1599323890" sldId="257"/>
            <ac:spMk id="136" creationId="{0D40D105-9ABA-5D9A-B08B-F1075F65BA0D}"/>
          </ac:spMkLst>
        </pc:spChg>
        <pc:spChg chg="add mod">
          <ac:chgData name="Robin Pfaff" userId="e56d4c81-1849-45b9-a37f-931c61f7fd3e" providerId="ADAL" clId="{61167CAA-059E-5DEF-8DC3-D6149A2990B3}" dt="2025-11-15T04:49:06.657" v="437" actId="1038"/>
          <ac:spMkLst>
            <pc:docMk/>
            <pc:sldMk cId="1599323890" sldId="257"/>
            <ac:spMk id="137" creationId="{EF755D88-C76D-81C9-C10D-A87CC8E25DD0}"/>
          </ac:spMkLst>
        </pc:spChg>
        <pc:spChg chg="add mod">
          <ac:chgData name="Robin Pfaff" userId="e56d4c81-1849-45b9-a37f-931c61f7fd3e" providerId="ADAL" clId="{61167CAA-059E-5DEF-8DC3-D6149A2990B3}" dt="2025-11-15T04:49:03.885" v="435" actId="1037"/>
          <ac:spMkLst>
            <pc:docMk/>
            <pc:sldMk cId="1599323890" sldId="257"/>
            <ac:spMk id="138" creationId="{31FF06AA-AE65-1B15-A0C4-E6F221971827}"/>
          </ac:spMkLst>
        </pc:spChg>
        <pc:spChg chg="add mod">
          <ac:chgData name="Robin Pfaff" userId="e56d4c81-1849-45b9-a37f-931c61f7fd3e" providerId="ADAL" clId="{61167CAA-059E-5DEF-8DC3-D6149A2990B3}" dt="2025-11-15T04:50:12.838" v="488" actId="14100"/>
          <ac:spMkLst>
            <pc:docMk/>
            <pc:sldMk cId="1599323890" sldId="257"/>
            <ac:spMk id="139" creationId="{708E8372-C245-1A3E-C39F-72F488B1AC0A}"/>
          </ac:spMkLst>
        </pc:spChg>
        <pc:spChg chg="add mod">
          <ac:chgData name="Robin Pfaff" userId="e56d4c81-1849-45b9-a37f-931c61f7fd3e" providerId="ADAL" clId="{61167CAA-059E-5DEF-8DC3-D6149A2990B3}" dt="2025-11-15T04:51:05.296" v="498" actId="1036"/>
          <ac:spMkLst>
            <pc:docMk/>
            <pc:sldMk cId="1599323890" sldId="257"/>
            <ac:spMk id="140" creationId="{4CF279C8-AF56-3291-1686-A497697CB743}"/>
          </ac:spMkLst>
        </pc:spChg>
        <pc:spChg chg="add mod">
          <ac:chgData name="Robin Pfaff" userId="e56d4c81-1849-45b9-a37f-931c61f7fd3e" providerId="ADAL" clId="{61167CAA-059E-5DEF-8DC3-D6149A2990B3}" dt="2025-11-15T21:18:05.057" v="1366" actId="1036"/>
          <ac:spMkLst>
            <pc:docMk/>
            <pc:sldMk cId="1599323890" sldId="257"/>
            <ac:spMk id="141" creationId="{F16DD663-06F6-4937-48AC-F4F14513F0C3}"/>
          </ac:spMkLst>
        </pc:spChg>
        <pc:spChg chg="add mod">
          <ac:chgData name="Robin Pfaff" userId="e56d4c81-1849-45b9-a37f-931c61f7fd3e" providerId="ADAL" clId="{61167CAA-059E-5DEF-8DC3-D6149A2990B3}" dt="2025-11-15T04:51:25.908" v="502" actId="1038"/>
          <ac:spMkLst>
            <pc:docMk/>
            <pc:sldMk cId="1599323890" sldId="257"/>
            <ac:spMk id="142" creationId="{B455428B-D25D-2B4A-F069-5EC2BD9C7B92}"/>
          </ac:spMkLst>
        </pc:spChg>
        <pc:spChg chg="add mod">
          <ac:chgData name="Robin Pfaff" userId="e56d4c81-1849-45b9-a37f-931c61f7fd3e" providerId="ADAL" clId="{61167CAA-059E-5DEF-8DC3-D6149A2990B3}" dt="2025-11-15T04:52:15.002" v="509" actId="1036"/>
          <ac:spMkLst>
            <pc:docMk/>
            <pc:sldMk cId="1599323890" sldId="257"/>
            <ac:spMk id="143" creationId="{9EA57D3E-8252-521D-9039-CA48C7470A64}"/>
          </ac:spMkLst>
        </pc:spChg>
        <pc:spChg chg="add mod">
          <ac:chgData name="Robin Pfaff" userId="e56d4c81-1849-45b9-a37f-931c61f7fd3e" providerId="ADAL" clId="{61167CAA-059E-5DEF-8DC3-D6149A2990B3}" dt="2025-11-15T04:52:12.613" v="508" actId="1076"/>
          <ac:spMkLst>
            <pc:docMk/>
            <pc:sldMk cId="1599323890" sldId="257"/>
            <ac:spMk id="144" creationId="{E350FBD4-1CAC-D689-851D-687A39FCFDDC}"/>
          </ac:spMkLst>
        </pc:spChg>
        <pc:spChg chg="add mod">
          <ac:chgData name="Robin Pfaff" userId="e56d4c81-1849-45b9-a37f-931c61f7fd3e" providerId="ADAL" clId="{61167CAA-059E-5DEF-8DC3-D6149A2990B3}" dt="2025-11-15T04:52:12.613" v="508" actId="1076"/>
          <ac:spMkLst>
            <pc:docMk/>
            <pc:sldMk cId="1599323890" sldId="257"/>
            <ac:spMk id="145" creationId="{4AA95838-590F-0A83-B81B-6582E90AD973}"/>
          </ac:spMkLst>
        </pc:spChg>
        <pc:spChg chg="add mod">
          <ac:chgData name="Robin Pfaff" userId="e56d4c81-1849-45b9-a37f-931c61f7fd3e" providerId="ADAL" clId="{61167CAA-059E-5DEF-8DC3-D6149A2990B3}" dt="2025-11-15T04:52:12.613" v="508" actId="1076"/>
          <ac:spMkLst>
            <pc:docMk/>
            <pc:sldMk cId="1599323890" sldId="257"/>
            <ac:spMk id="146" creationId="{25CB0C5E-127D-1A20-9118-2F2D468DFB92}"/>
          </ac:spMkLst>
        </pc:spChg>
        <pc:spChg chg="add mod">
          <ac:chgData name="Robin Pfaff" userId="e56d4c81-1849-45b9-a37f-931c61f7fd3e" providerId="ADAL" clId="{61167CAA-059E-5DEF-8DC3-D6149A2990B3}" dt="2025-11-15T21:18:21.766" v="1367"/>
          <ac:spMkLst>
            <pc:docMk/>
            <pc:sldMk cId="1599323890" sldId="257"/>
            <ac:spMk id="147" creationId="{158B0649-9D9B-AF3B-A86D-F8FAED28D754}"/>
          </ac:spMkLst>
        </pc:spChg>
        <pc:spChg chg="add mod">
          <ac:chgData name="Robin Pfaff" userId="e56d4c81-1849-45b9-a37f-931c61f7fd3e" providerId="ADAL" clId="{61167CAA-059E-5DEF-8DC3-D6149A2990B3}" dt="2025-11-15T04:52:12.613" v="508" actId="1076"/>
          <ac:spMkLst>
            <pc:docMk/>
            <pc:sldMk cId="1599323890" sldId="257"/>
            <ac:spMk id="148" creationId="{5A6EB94C-EE82-13C8-9913-0BC5351D5F78}"/>
          </ac:spMkLst>
        </pc:spChg>
        <pc:spChg chg="add mod">
          <ac:chgData name="Robin Pfaff" userId="e56d4c81-1849-45b9-a37f-931c61f7fd3e" providerId="ADAL" clId="{61167CAA-059E-5DEF-8DC3-D6149A2990B3}" dt="2025-11-15T04:52:12.613" v="508" actId="1076"/>
          <ac:spMkLst>
            <pc:docMk/>
            <pc:sldMk cId="1599323890" sldId="257"/>
            <ac:spMk id="149" creationId="{785DD414-3E1E-55E5-E866-D888A95FC721}"/>
          </ac:spMkLst>
        </pc:spChg>
        <pc:spChg chg="add mod">
          <ac:chgData name="Robin Pfaff" userId="e56d4c81-1849-45b9-a37f-931c61f7fd3e" providerId="ADAL" clId="{61167CAA-059E-5DEF-8DC3-D6149A2990B3}" dt="2025-11-15T21:18:21.766" v="1367"/>
          <ac:spMkLst>
            <pc:docMk/>
            <pc:sldMk cId="1599323890" sldId="257"/>
            <ac:spMk id="150" creationId="{54C977F3-1E2A-67E9-CDD8-FA6202CEF11E}"/>
          </ac:spMkLst>
        </pc:spChg>
        <pc:spChg chg="add mod">
          <ac:chgData name="Robin Pfaff" userId="e56d4c81-1849-45b9-a37f-931c61f7fd3e" providerId="ADAL" clId="{61167CAA-059E-5DEF-8DC3-D6149A2990B3}" dt="2025-11-15T21:18:21.766" v="1367"/>
          <ac:spMkLst>
            <pc:docMk/>
            <pc:sldMk cId="1599323890" sldId="257"/>
            <ac:spMk id="151" creationId="{07882BDB-85F5-C44A-19FB-C91EF1BAC66A}"/>
          </ac:spMkLst>
        </pc:spChg>
        <pc:spChg chg="add del mod">
          <ac:chgData name="Robin Pfaff" userId="e56d4c81-1849-45b9-a37f-931c61f7fd3e" providerId="ADAL" clId="{61167CAA-059E-5DEF-8DC3-D6149A2990B3}" dt="2025-11-15T04:52:55.646" v="514" actId="478"/>
          <ac:spMkLst>
            <pc:docMk/>
            <pc:sldMk cId="1599323890" sldId="257"/>
            <ac:spMk id="152" creationId="{068E90EC-72AA-B4BC-B9D8-42591F894175}"/>
          </ac:spMkLst>
        </pc:spChg>
        <pc:spChg chg="add mod">
          <ac:chgData name="Robin Pfaff" userId="e56d4c81-1849-45b9-a37f-931c61f7fd3e" providerId="ADAL" clId="{61167CAA-059E-5DEF-8DC3-D6149A2990B3}" dt="2025-11-15T04:55:25.824" v="549" actId="1037"/>
          <ac:spMkLst>
            <pc:docMk/>
            <pc:sldMk cId="1599323890" sldId="257"/>
            <ac:spMk id="153" creationId="{6A81BBE5-235C-7660-5D07-A506F35E38AF}"/>
          </ac:spMkLst>
        </pc:spChg>
        <pc:spChg chg="add mod">
          <ac:chgData name="Robin Pfaff" userId="e56d4c81-1849-45b9-a37f-931c61f7fd3e" providerId="ADAL" clId="{61167CAA-059E-5DEF-8DC3-D6149A2990B3}" dt="2025-11-15T04:53:30.482" v="519" actId="1076"/>
          <ac:spMkLst>
            <pc:docMk/>
            <pc:sldMk cId="1599323890" sldId="257"/>
            <ac:spMk id="154" creationId="{B4BA5015-BC41-182B-0EF9-F6E5F2777478}"/>
          </ac:spMkLst>
        </pc:spChg>
        <pc:spChg chg="add mod">
          <ac:chgData name="Robin Pfaff" userId="e56d4c81-1849-45b9-a37f-931c61f7fd3e" providerId="ADAL" clId="{61167CAA-059E-5DEF-8DC3-D6149A2990B3}" dt="2025-11-15T04:55:55.595" v="553" actId="1038"/>
          <ac:spMkLst>
            <pc:docMk/>
            <pc:sldMk cId="1599323890" sldId="257"/>
            <ac:spMk id="155" creationId="{1EFE58F1-E171-1625-7E08-B9F2D1C37364}"/>
          </ac:spMkLst>
        </pc:spChg>
        <pc:spChg chg="add mod">
          <ac:chgData name="Robin Pfaff" userId="e56d4c81-1849-45b9-a37f-931c61f7fd3e" providerId="ADAL" clId="{61167CAA-059E-5DEF-8DC3-D6149A2990B3}" dt="2025-11-15T04:55:25.824" v="549" actId="1037"/>
          <ac:spMkLst>
            <pc:docMk/>
            <pc:sldMk cId="1599323890" sldId="257"/>
            <ac:spMk id="156" creationId="{83BB1F18-2F46-4542-BD75-157FDBF7AB29}"/>
          </ac:spMkLst>
        </pc:spChg>
        <pc:spChg chg="add del mod">
          <ac:chgData name="Robin Pfaff" userId="e56d4c81-1849-45b9-a37f-931c61f7fd3e" providerId="ADAL" clId="{61167CAA-059E-5DEF-8DC3-D6149A2990B3}" dt="2025-11-15T04:54:04.261" v="524" actId="478"/>
          <ac:spMkLst>
            <pc:docMk/>
            <pc:sldMk cId="1599323890" sldId="257"/>
            <ac:spMk id="157" creationId="{31EA8B82-3F1D-CB7A-2AA8-88B4A584A263}"/>
          </ac:spMkLst>
        </pc:spChg>
        <pc:spChg chg="add mod">
          <ac:chgData name="Robin Pfaff" userId="e56d4c81-1849-45b9-a37f-931c61f7fd3e" providerId="ADAL" clId="{61167CAA-059E-5DEF-8DC3-D6149A2990B3}" dt="2025-11-15T21:18:05.057" v="1366" actId="1036"/>
          <ac:spMkLst>
            <pc:docMk/>
            <pc:sldMk cId="1599323890" sldId="257"/>
            <ac:spMk id="158" creationId="{3EDB208D-05EC-0BBD-0800-0C85A9BE26D5}"/>
          </ac:spMkLst>
        </pc:spChg>
        <pc:spChg chg="add mod">
          <ac:chgData name="Robin Pfaff" userId="e56d4c81-1849-45b9-a37f-931c61f7fd3e" providerId="ADAL" clId="{61167CAA-059E-5DEF-8DC3-D6149A2990B3}" dt="2025-11-15T04:55:50.042" v="552" actId="14100"/>
          <ac:spMkLst>
            <pc:docMk/>
            <pc:sldMk cId="1599323890" sldId="257"/>
            <ac:spMk id="159" creationId="{5A780F13-7695-0F49-93A2-E3B81238CBCA}"/>
          </ac:spMkLst>
        </pc:spChg>
        <pc:spChg chg="add mod">
          <ac:chgData name="Robin Pfaff" userId="e56d4c81-1849-45b9-a37f-931c61f7fd3e" providerId="ADAL" clId="{61167CAA-059E-5DEF-8DC3-D6149A2990B3}" dt="2025-11-15T04:57:22.421" v="566" actId="1038"/>
          <ac:spMkLst>
            <pc:docMk/>
            <pc:sldMk cId="1599323890" sldId="257"/>
            <ac:spMk id="160" creationId="{156F1A1A-BABE-5A4C-BE99-68792094E0CF}"/>
          </ac:spMkLst>
        </pc:spChg>
        <pc:spChg chg="add mod">
          <ac:chgData name="Robin Pfaff" userId="e56d4c81-1849-45b9-a37f-931c61f7fd3e" providerId="ADAL" clId="{61167CAA-059E-5DEF-8DC3-D6149A2990B3}" dt="2025-11-15T04:57:22.421" v="566" actId="1038"/>
          <ac:spMkLst>
            <pc:docMk/>
            <pc:sldMk cId="1599323890" sldId="257"/>
            <ac:spMk id="161" creationId="{A1DA884F-C35D-4D2A-4F4A-2BDB85B8E993}"/>
          </ac:spMkLst>
        </pc:spChg>
        <pc:spChg chg="add mod">
          <ac:chgData name="Robin Pfaff" userId="e56d4c81-1849-45b9-a37f-931c61f7fd3e" providerId="ADAL" clId="{61167CAA-059E-5DEF-8DC3-D6149A2990B3}" dt="2025-11-15T21:18:21.766" v="1367"/>
          <ac:spMkLst>
            <pc:docMk/>
            <pc:sldMk cId="1599323890" sldId="257"/>
            <ac:spMk id="162" creationId="{40F03C6C-351E-D7EF-125C-205D2102A42D}"/>
          </ac:spMkLst>
        </pc:spChg>
        <pc:spChg chg="add mod">
          <ac:chgData name="Robin Pfaff" userId="e56d4c81-1849-45b9-a37f-931c61f7fd3e" providerId="ADAL" clId="{61167CAA-059E-5DEF-8DC3-D6149A2990B3}" dt="2025-11-15T04:57:22.421" v="566" actId="1038"/>
          <ac:spMkLst>
            <pc:docMk/>
            <pc:sldMk cId="1599323890" sldId="257"/>
            <ac:spMk id="163" creationId="{EFAF35F6-95B7-2479-4E93-9C5F7769D0B0}"/>
          </ac:spMkLst>
        </pc:spChg>
        <pc:spChg chg="add mod">
          <ac:chgData name="Robin Pfaff" userId="e56d4c81-1849-45b9-a37f-931c61f7fd3e" providerId="ADAL" clId="{61167CAA-059E-5DEF-8DC3-D6149A2990B3}" dt="2025-11-15T04:57:22.421" v="566" actId="1038"/>
          <ac:spMkLst>
            <pc:docMk/>
            <pc:sldMk cId="1599323890" sldId="257"/>
            <ac:spMk id="164" creationId="{7A035ECE-B597-14A1-9B44-FE1786BAD5A7}"/>
          </ac:spMkLst>
        </pc:spChg>
        <pc:spChg chg="add mod">
          <ac:chgData name="Robin Pfaff" userId="e56d4c81-1849-45b9-a37f-931c61f7fd3e" providerId="ADAL" clId="{61167CAA-059E-5DEF-8DC3-D6149A2990B3}" dt="2025-11-15T04:57:22.421" v="566" actId="1038"/>
          <ac:spMkLst>
            <pc:docMk/>
            <pc:sldMk cId="1599323890" sldId="257"/>
            <ac:spMk id="165" creationId="{F6485A8E-1801-E2AE-446D-9DA722677A3B}"/>
          </ac:spMkLst>
        </pc:spChg>
        <pc:spChg chg="add mod">
          <ac:chgData name="Robin Pfaff" userId="e56d4c81-1849-45b9-a37f-931c61f7fd3e" providerId="ADAL" clId="{61167CAA-059E-5DEF-8DC3-D6149A2990B3}" dt="2025-11-15T04:57:22.421" v="566" actId="1038"/>
          <ac:spMkLst>
            <pc:docMk/>
            <pc:sldMk cId="1599323890" sldId="257"/>
            <ac:spMk id="166" creationId="{9CEDFB59-248B-FA77-D726-EAE5DF2BDD85}"/>
          </ac:spMkLst>
        </pc:spChg>
        <pc:spChg chg="add mod">
          <ac:chgData name="Robin Pfaff" userId="e56d4c81-1849-45b9-a37f-931c61f7fd3e" providerId="ADAL" clId="{61167CAA-059E-5DEF-8DC3-D6149A2990B3}" dt="2025-11-15T21:18:05.057" v="1366" actId="1036"/>
          <ac:spMkLst>
            <pc:docMk/>
            <pc:sldMk cId="1599323890" sldId="257"/>
            <ac:spMk id="167" creationId="{588562EC-34B5-ED2D-E191-7B259D33A61F}"/>
          </ac:spMkLst>
        </pc:spChg>
        <pc:spChg chg="add mod">
          <ac:chgData name="Robin Pfaff" userId="e56d4c81-1849-45b9-a37f-931c61f7fd3e" providerId="ADAL" clId="{61167CAA-059E-5DEF-8DC3-D6149A2990B3}" dt="2025-11-15T04:58:58.025" v="582" actId="14100"/>
          <ac:spMkLst>
            <pc:docMk/>
            <pc:sldMk cId="1599323890" sldId="257"/>
            <ac:spMk id="168" creationId="{085C2686-1A6B-E979-827F-7111BA210642}"/>
          </ac:spMkLst>
        </pc:spChg>
        <pc:spChg chg="add mod">
          <ac:chgData name="Robin Pfaff" userId="e56d4c81-1849-45b9-a37f-931c61f7fd3e" providerId="ADAL" clId="{61167CAA-059E-5DEF-8DC3-D6149A2990B3}" dt="2025-11-15T04:57:45.501" v="575" actId="1076"/>
          <ac:spMkLst>
            <pc:docMk/>
            <pc:sldMk cId="1599323890" sldId="257"/>
            <ac:spMk id="169" creationId="{F972274B-54BC-8097-913D-9209E0285A60}"/>
          </ac:spMkLst>
        </pc:spChg>
        <pc:spChg chg="add mod">
          <ac:chgData name="Robin Pfaff" userId="e56d4c81-1849-45b9-a37f-931c61f7fd3e" providerId="ADAL" clId="{61167CAA-059E-5DEF-8DC3-D6149A2990B3}" dt="2025-11-15T04:58:30.322" v="580" actId="207"/>
          <ac:spMkLst>
            <pc:docMk/>
            <pc:sldMk cId="1599323890" sldId="257"/>
            <ac:spMk id="170" creationId="{AD9A4726-6A22-66FB-587E-98554BDCFD8B}"/>
          </ac:spMkLst>
        </pc:spChg>
        <pc:spChg chg="add mod">
          <ac:chgData name="Robin Pfaff" userId="e56d4c81-1849-45b9-a37f-931c61f7fd3e" providerId="ADAL" clId="{61167CAA-059E-5DEF-8DC3-D6149A2990B3}" dt="2025-11-15T04:59:03.932" v="586" actId="1037"/>
          <ac:spMkLst>
            <pc:docMk/>
            <pc:sldMk cId="1599323890" sldId="257"/>
            <ac:spMk id="171" creationId="{2D93055E-3EFE-36C6-1C97-47D8A8A484AB}"/>
          </ac:spMkLst>
        </pc:spChg>
        <pc:spChg chg="add mod">
          <ac:chgData name="Robin Pfaff" userId="e56d4c81-1849-45b9-a37f-931c61f7fd3e" providerId="ADAL" clId="{61167CAA-059E-5DEF-8DC3-D6149A2990B3}" dt="2025-11-15T21:18:21.766" v="1367"/>
          <ac:spMkLst>
            <pc:docMk/>
            <pc:sldMk cId="1599323890" sldId="257"/>
            <ac:spMk id="172" creationId="{E0896BF6-03EE-E1EB-972A-1ED8A58B466B}"/>
          </ac:spMkLst>
        </pc:spChg>
        <pc:spChg chg="add mod">
          <ac:chgData name="Robin Pfaff" userId="e56d4c81-1849-45b9-a37f-931c61f7fd3e" providerId="ADAL" clId="{61167CAA-059E-5DEF-8DC3-D6149A2990B3}" dt="2025-11-15T05:00:16.660" v="643" actId="1037"/>
          <ac:spMkLst>
            <pc:docMk/>
            <pc:sldMk cId="1599323890" sldId="257"/>
            <ac:spMk id="173" creationId="{34FC2D9C-06D5-8607-D4CD-0B1B9697434D}"/>
          </ac:spMkLst>
        </pc:spChg>
        <pc:spChg chg="add mod">
          <ac:chgData name="Robin Pfaff" userId="e56d4c81-1849-45b9-a37f-931c61f7fd3e" providerId="ADAL" clId="{61167CAA-059E-5DEF-8DC3-D6149A2990B3}" dt="2025-11-15T05:00:19.846" v="645" actId="20577"/>
          <ac:spMkLst>
            <pc:docMk/>
            <pc:sldMk cId="1599323890" sldId="257"/>
            <ac:spMk id="174" creationId="{7C3C0079-8306-C143-62E3-28AAEC47A187}"/>
          </ac:spMkLst>
        </pc:spChg>
        <pc:spChg chg="add mod">
          <ac:chgData name="Robin Pfaff" userId="e56d4c81-1849-45b9-a37f-931c61f7fd3e" providerId="ADAL" clId="{61167CAA-059E-5DEF-8DC3-D6149A2990B3}" dt="2025-11-15T05:02:44.598" v="656" actId="1076"/>
          <ac:spMkLst>
            <pc:docMk/>
            <pc:sldMk cId="1599323890" sldId="257"/>
            <ac:spMk id="176" creationId="{A3005376-E921-DD5A-B761-59976FFA830C}"/>
          </ac:spMkLst>
        </pc:spChg>
        <pc:spChg chg="add mod">
          <ac:chgData name="Robin Pfaff" userId="e56d4c81-1849-45b9-a37f-931c61f7fd3e" providerId="ADAL" clId="{61167CAA-059E-5DEF-8DC3-D6149A2990B3}" dt="2025-11-15T21:17:22.730" v="1350" actId="1036"/>
          <ac:spMkLst>
            <pc:docMk/>
            <pc:sldMk cId="1599323890" sldId="257"/>
            <ac:spMk id="177" creationId="{95697808-8509-FDFC-CC57-096CB8474CE2}"/>
          </ac:spMkLst>
        </pc:spChg>
        <pc:spChg chg="add mod">
          <ac:chgData name="Robin Pfaff" userId="e56d4c81-1849-45b9-a37f-931c61f7fd3e" providerId="ADAL" clId="{61167CAA-059E-5DEF-8DC3-D6149A2990B3}" dt="2025-11-15T21:17:22.730" v="1350" actId="1036"/>
          <ac:spMkLst>
            <pc:docMk/>
            <pc:sldMk cId="1599323890" sldId="257"/>
            <ac:spMk id="178" creationId="{AB3ABC17-2C08-EA30-7BDF-C92644A3BB9F}"/>
          </ac:spMkLst>
        </pc:spChg>
        <pc:spChg chg="add mod">
          <ac:chgData name="Robin Pfaff" userId="e56d4c81-1849-45b9-a37f-931c61f7fd3e" providerId="ADAL" clId="{61167CAA-059E-5DEF-8DC3-D6149A2990B3}" dt="2025-11-15T21:17:22.730" v="1350" actId="1036"/>
          <ac:spMkLst>
            <pc:docMk/>
            <pc:sldMk cId="1599323890" sldId="257"/>
            <ac:spMk id="179" creationId="{5551C4EA-F3B6-3EE8-C5AC-20FFFE4EEC72}"/>
          </ac:spMkLst>
        </pc:spChg>
        <pc:spChg chg="add mod">
          <ac:chgData name="Robin Pfaff" userId="e56d4c81-1849-45b9-a37f-931c61f7fd3e" providerId="ADAL" clId="{61167CAA-059E-5DEF-8DC3-D6149A2990B3}" dt="2025-11-15T21:17:22.730" v="1350" actId="1036"/>
          <ac:spMkLst>
            <pc:docMk/>
            <pc:sldMk cId="1599323890" sldId="257"/>
            <ac:spMk id="180" creationId="{17588C9F-0E42-F2E0-F9A1-BF79F38AAE47}"/>
          </ac:spMkLst>
        </pc:spChg>
        <pc:spChg chg="add mod">
          <ac:chgData name="Robin Pfaff" userId="e56d4c81-1849-45b9-a37f-931c61f7fd3e" providerId="ADAL" clId="{61167CAA-059E-5DEF-8DC3-D6149A2990B3}" dt="2025-11-15T21:17:22.730" v="1350" actId="1036"/>
          <ac:spMkLst>
            <pc:docMk/>
            <pc:sldMk cId="1599323890" sldId="257"/>
            <ac:spMk id="181" creationId="{6C49AC5C-643E-D601-11EE-D427C3C6DE22}"/>
          </ac:spMkLst>
        </pc:spChg>
        <pc:spChg chg="add mod">
          <ac:chgData name="Robin Pfaff" userId="e56d4c81-1849-45b9-a37f-931c61f7fd3e" providerId="ADAL" clId="{61167CAA-059E-5DEF-8DC3-D6149A2990B3}" dt="2025-11-15T21:17:22.730" v="1350" actId="1036"/>
          <ac:spMkLst>
            <pc:docMk/>
            <pc:sldMk cId="1599323890" sldId="257"/>
            <ac:spMk id="182" creationId="{FC1FB39B-B8D7-201E-FCDB-52418FCB094E}"/>
          </ac:spMkLst>
        </pc:spChg>
        <pc:spChg chg="add mod">
          <ac:chgData name="Robin Pfaff" userId="e56d4c81-1849-45b9-a37f-931c61f7fd3e" providerId="ADAL" clId="{61167CAA-059E-5DEF-8DC3-D6149A2990B3}" dt="2025-11-15T21:17:22.730" v="1350" actId="1036"/>
          <ac:spMkLst>
            <pc:docMk/>
            <pc:sldMk cId="1599323890" sldId="257"/>
            <ac:spMk id="183" creationId="{B84A53AC-505B-7964-9CDE-DDB88EDC111B}"/>
          </ac:spMkLst>
        </pc:spChg>
        <pc:spChg chg="add del mod">
          <ac:chgData name="Robin Pfaff" userId="e56d4c81-1849-45b9-a37f-931c61f7fd3e" providerId="ADAL" clId="{61167CAA-059E-5DEF-8DC3-D6149A2990B3}" dt="2025-11-15T21:13:23.187" v="1086" actId="478"/>
          <ac:spMkLst>
            <pc:docMk/>
            <pc:sldMk cId="1599323890" sldId="257"/>
            <ac:spMk id="184" creationId="{980DDD36-AE44-708E-E053-5A6EE094260F}"/>
          </ac:spMkLst>
        </pc:spChg>
        <pc:spChg chg="add mod">
          <ac:chgData name="Robin Pfaff" userId="e56d4c81-1849-45b9-a37f-931c61f7fd3e" providerId="ADAL" clId="{61167CAA-059E-5DEF-8DC3-D6149A2990B3}" dt="2025-11-15T21:15:56.684" v="1320" actId="1036"/>
          <ac:spMkLst>
            <pc:docMk/>
            <pc:sldMk cId="1599323890" sldId="257"/>
            <ac:spMk id="185" creationId="{8EAF8E5A-8116-A151-6B4C-D9B528AC5C03}"/>
          </ac:spMkLst>
        </pc:spChg>
        <pc:spChg chg="add mod">
          <ac:chgData name="Robin Pfaff" userId="e56d4c81-1849-45b9-a37f-931c61f7fd3e" providerId="ADAL" clId="{61167CAA-059E-5DEF-8DC3-D6149A2990B3}" dt="2025-11-15T21:15:56.684" v="1320" actId="1036"/>
          <ac:spMkLst>
            <pc:docMk/>
            <pc:sldMk cId="1599323890" sldId="257"/>
            <ac:spMk id="186" creationId="{252A6291-1073-7F36-F320-285DEFEE08F0}"/>
          </ac:spMkLst>
        </pc:spChg>
        <pc:spChg chg="add mod">
          <ac:chgData name="Robin Pfaff" userId="e56d4c81-1849-45b9-a37f-931c61f7fd3e" providerId="ADAL" clId="{61167CAA-059E-5DEF-8DC3-D6149A2990B3}" dt="2025-11-15T21:16:31.127" v="1337" actId="1036"/>
          <ac:spMkLst>
            <pc:docMk/>
            <pc:sldMk cId="1599323890" sldId="257"/>
            <ac:spMk id="187" creationId="{2A58E165-E82C-0C4F-8784-5E53868C1F4B}"/>
          </ac:spMkLst>
        </pc:spChg>
        <pc:spChg chg="add mod">
          <ac:chgData name="Robin Pfaff" userId="e56d4c81-1849-45b9-a37f-931c61f7fd3e" providerId="ADAL" clId="{61167CAA-059E-5DEF-8DC3-D6149A2990B3}" dt="2025-11-15T21:15:46.169" v="1313" actId="1036"/>
          <ac:spMkLst>
            <pc:docMk/>
            <pc:sldMk cId="1599323890" sldId="257"/>
            <ac:spMk id="188" creationId="{16123C09-326C-DC5B-B362-02B35A826E1D}"/>
          </ac:spMkLst>
        </pc:spChg>
        <pc:spChg chg="add del mod">
          <ac:chgData name="Robin Pfaff" userId="e56d4c81-1849-45b9-a37f-931c61f7fd3e" providerId="ADAL" clId="{61167CAA-059E-5DEF-8DC3-D6149A2990B3}" dt="2025-11-15T05:14:19.165" v="1040"/>
          <ac:spMkLst>
            <pc:docMk/>
            <pc:sldMk cId="1599323890" sldId="257"/>
            <ac:spMk id="189" creationId="{EDB0DC4A-FF98-7532-6118-5F538016E77C}"/>
          </ac:spMkLst>
        </pc:spChg>
        <pc:spChg chg="add mod">
          <ac:chgData name="Robin Pfaff" userId="e56d4c81-1849-45b9-a37f-931c61f7fd3e" providerId="ADAL" clId="{61167CAA-059E-5DEF-8DC3-D6149A2990B3}" dt="2025-11-15T21:15:40.620" v="1308" actId="1036"/>
          <ac:spMkLst>
            <pc:docMk/>
            <pc:sldMk cId="1599323890" sldId="257"/>
            <ac:spMk id="195" creationId="{E383308B-156B-5E2A-85E6-6DCE99189BBD}"/>
          </ac:spMkLst>
        </pc:spChg>
        <pc:spChg chg="add mod">
          <ac:chgData name="Robin Pfaff" userId="e56d4c81-1849-45b9-a37f-931c61f7fd3e" providerId="ADAL" clId="{61167CAA-059E-5DEF-8DC3-D6149A2990B3}" dt="2025-11-15T21:15:40.620" v="1308" actId="1036"/>
          <ac:spMkLst>
            <pc:docMk/>
            <pc:sldMk cId="1599323890" sldId="257"/>
            <ac:spMk id="196" creationId="{AA810EC8-5DEB-0A86-D6C3-1BDE0C73B4AC}"/>
          </ac:spMkLst>
        </pc:spChg>
        <pc:spChg chg="add mod">
          <ac:chgData name="Robin Pfaff" userId="e56d4c81-1849-45b9-a37f-931c61f7fd3e" providerId="ADAL" clId="{61167CAA-059E-5DEF-8DC3-D6149A2990B3}" dt="2025-11-15T21:15:35.073" v="1299" actId="1036"/>
          <ac:spMkLst>
            <pc:docMk/>
            <pc:sldMk cId="1599323890" sldId="257"/>
            <ac:spMk id="197" creationId="{E3F1FD74-1ECC-BBDD-4FC3-977CA4397CE9}"/>
          </ac:spMkLst>
        </pc:spChg>
        <pc:spChg chg="add mod">
          <ac:chgData name="Robin Pfaff" userId="e56d4c81-1849-45b9-a37f-931c61f7fd3e" providerId="ADAL" clId="{61167CAA-059E-5DEF-8DC3-D6149A2990B3}" dt="2025-11-15T21:16:59.039" v="1340" actId="20577"/>
          <ac:spMkLst>
            <pc:docMk/>
            <pc:sldMk cId="1599323890" sldId="257"/>
            <ac:spMk id="198" creationId="{9A83A3ED-651E-045A-749F-F85562BF0628}"/>
          </ac:spMkLst>
        </pc:spChg>
        <pc:picChg chg="del">
          <ac:chgData name="Robin Pfaff" userId="e56d4c81-1849-45b9-a37f-931c61f7fd3e" providerId="ADAL" clId="{61167CAA-059E-5DEF-8DC3-D6149A2990B3}" dt="2025-11-15T21:13:23.187" v="1086" actId="478"/>
          <ac:picMkLst>
            <pc:docMk/>
            <pc:sldMk cId="1599323890" sldId="257"/>
            <ac:picMk id="16" creationId="{BA045ED2-7918-075B-C979-5BC65A9E04B3}"/>
          </ac:picMkLst>
        </pc:picChg>
        <pc:picChg chg="del">
          <ac:chgData name="Robin Pfaff" userId="e56d4c81-1849-45b9-a37f-931c61f7fd3e" providerId="ADAL" clId="{61167CAA-059E-5DEF-8DC3-D6149A2990B3}" dt="2025-11-15T21:13:23.187" v="1086" actId="478"/>
          <ac:picMkLst>
            <pc:docMk/>
            <pc:sldMk cId="1599323890" sldId="257"/>
            <ac:picMk id="17" creationId="{9E4A9BF0-ACF9-1C32-1537-53058F1EE76C}"/>
          </ac:picMkLst>
        </pc:picChg>
        <pc:picChg chg="del">
          <ac:chgData name="Robin Pfaff" userId="e56d4c81-1849-45b9-a37f-931c61f7fd3e" providerId="ADAL" clId="{61167CAA-059E-5DEF-8DC3-D6149A2990B3}" dt="2025-11-15T21:13:23.187" v="1086" actId="478"/>
          <ac:picMkLst>
            <pc:docMk/>
            <pc:sldMk cId="1599323890" sldId="257"/>
            <ac:picMk id="18" creationId="{5E1E65D4-40E3-2086-936E-41A965786FFB}"/>
          </ac:picMkLst>
        </pc:picChg>
        <pc:picChg chg="del">
          <ac:chgData name="Robin Pfaff" userId="e56d4c81-1849-45b9-a37f-931c61f7fd3e" providerId="ADAL" clId="{61167CAA-059E-5DEF-8DC3-D6149A2990B3}" dt="2025-11-15T21:13:23.187" v="1086" actId="478"/>
          <ac:picMkLst>
            <pc:docMk/>
            <pc:sldMk cId="1599323890" sldId="257"/>
            <ac:picMk id="19" creationId="{E3F989C1-128C-655E-0BD5-F2D7AE792CE7}"/>
          </ac:picMkLst>
        </pc:picChg>
        <pc:picChg chg="del">
          <ac:chgData name="Robin Pfaff" userId="e56d4c81-1849-45b9-a37f-931c61f7fd3e" providerId="ADAL" clId="{61167CAA-059E-5DEF-8DC3-D6149A2990B3}" dt="2025-11-15T21:13:23.187" v="1086" actId="478"/>
          <ac:picMkLst>
            <pc:docMk/>
            <pc:sldMk cId="1599323890" sldId="257"/>
            <ac:picMk id="20" creationId="{C62F6424-1582-22B5-DB3E-0E5D68873C00}"/>
          </ac:picMkLst>
        </pc:picChg>
        <pc:picChg chg="add mod">
          <ac:chgData name="Robin Pfaff" userId="e56d4c81-1849-45b9-a37f-931c61f7fd3e" providerId="ADAL" clId="{61167CAA-059E-5DEF-8DC3-D6149A2990B3}" dt="2025-11-15T21:15:56.684" v="1320" actId="1036"/>
          <ac:picMkLst>
            <pc:docMk/>
            <pc:sldMk cId="1599323890" sldId="257"/>
            <ac:picMk id="175" creationId="{9DD4A733-4735-F57A-F2F3-7B6A2BA014F3}"/>
          </ac:picMkLst>
        </pc:picChg>
        <pc:picChg chg="add mod">
          <ac:chgData name="Robin Pfaff" userId="e56d4c81-1849-45b9-a37f-931c61f7fd3e" providerId="ADAL" clId="{61167CAA-059E-5DEF-8DC3-D6149A2990B3}" dt="2025-11-15T21:15:40.620" v="1308" actId="1036"/>
          <ac:picMkLst>
            <pc:docMk/>
            <pc:sldMk cId="1599323890" sldId="257"/>
            <ac:picMk id="190" creationId="{C06650AF-AAC6-9A26-341E-BAB54339232C}"/>
          </ac:picMkLst>
        </pc:picChg>
        <pc:picChg chg="add mod">
          <ac:chgData name="Robin Pfaff" userId="e56d4c81-1849-45b9-a37f-931c61f7fd3e" providerId="ADAL" clId="{61167CAA-059E-5DEF-8DC3-D6149A2990B3}" dt="2025-11-15T21:15:40.620" v="1308" actId="1036"/>
          <ac:picMkLst>
            <pc:docMk/>
            <pc:sldMk cId="1599323890" sldId="257"/>
            <ac:picMk id="191" creationId="{A9334AE9-5054-9F4E-1BCE-C3C96956242F}"/>
          </ac:picMkLst>
        </pc:picChg>
        <pc:picChg chg="add mod">
          <ac:chgData name="Robin Pfaff" userId="e56d4c81-1849-45b9-a37f-931c61f7fd3e" providerId="ADAL" clId="{61167CAA-059E-5DEF-8DC3-D6149A2990B3}" dt="2025-11-15T21:15:40.620" v="1308" actId="1036"/>
          <ac:picMkLst>
            <pc:docMk/>
            <pc:sldMk cId="1599323890" sldId="257"/>
            <ac:picMk id="192" creationId="{1C00234D-F356-3335-17BB-D7698C8376D9}"/>
          </ac:picMkLst>
        </pc:picChg>
        <pc:picChg chg="add mod">
          <ac:chgData name="Robin Pfaff" userId="e56d4c81-1849-45b9-a37f-931c61f7fd3e" providerId="ADAL" clId="{61167CAA-059E-5DEF-8DC3-D6149A2990B3}" dt="2025-11-15T21:15:40.620" v="1308" actId="1036"/>
          <ac:picMkLst>
            <pc:docMk/>
            <pc:sldMk cId="1599323890" sldId="257"/>
            <ac:picMk id="193" creationId="{DB823D68-DA49-F38A-F841-50FDF0CB2BC8}"/>
          </ac:picMkLst>
        </pc:picChg>
        <pc:picChg chg="add mod">
          <ac:chgData name="Robin Pfaff" userId="e56d4c81-1849-45b9-a37f-931c61f7fd3e" providerId="ADAL" clId="{61167CAA-059E-5DEF-8DC3-D6149A2990B3}" dt="2025-11-15T21:15:40.620" v="1308" actId="1036"/>
          <ac:picMkLst>
            <pc:docMk/>
            <pc:sldMk cId="1599323890" sldId="257"/>
            <ac:picMk id="194" creationId="{D254FF75-3217-D087-5406-2855787AA2A3}"/>
          </ac:picMkLst>
        </pc:picChg>
      </pc:sldChg>
      <pc:sldMasterChg chg="modSp modSldLayout">
        <pc:chgData name="Robin Pfaff" userId="e56d4c81-1849-45b9-a37f-931c61f7fd3e" providerId="ADAL" clId="{61167CAA-059E-5DEF-8DC3-D6149A2990B3}" dt="2025-11-15T05:15:30.131" v="1041"/>
        <pc:sldMasterMkLst>
          <pc:docMk/>
          <pc:sldMasterMk cId="2961219393" sldId="2147483648"/>
        </pc:sldMasterMkLst>
        <pc:spChg chg="mod">
          <ac:chgData name="Robin Pfaff" userId="e56d4c81-1849-45b9-a37f-931c61f7fd3e" providerId="ADAL" clId="{61167CAA-059E-5DEF-8DC3-D6149A2990B3}" dt="2025-11-15T05:15:30.131" v="1041"/>
          <ac:spMkLst>
            <pc:docMk/>
            <pc:sldMasterMk cId="2961219393" sldId="2147483648"/>
            <ac:spMk id="2" creationId="{6D8D57E9-19EF-D025-FF92-B25EF1FE6DDA}"/>
          </ac:spMkLst>
        </pc:spChg>
        <pc:spChg chg="mod">
          <ac:chgData name="Robin Pfaff" userId="e56d4c81-1849-45b9-a37f-931c61f7fd3e" providerId="ADAL" clId="{61167CAA-059E-5DEF-8DC3-D6149A2990B3}" dt="2025-11-15T05:15:30.131" v="1041"/>
          <ac:spMkLst>
            <pc:docMk/>
            <pc:sldMasterMk cId="2961219393" sldId="2147483648"/>
            <ac:spMk id="3" creationId="{A6E41AD3-085F-E48E-5F91-BCB40A7D2944}"/>
          </ac:spMkLst>
        </pc:spChg>
        <pc:spChg chg="mod">
          <ac:chgData name="Robin Pfaff" userId="e56d4c81-1849-45b9-a37f-931c61f7fd3e" providerId="ADAL" clId="{61167CAA-059E-5DEF-8DC3-D6149A2990B3}" dt="2025-11-15T05:15:30.131" v="1041"/>
          <ac:spMkLst>
            <pc:docMk/>
            <pc:sldMasterMk cId="2961219393" sldId="2147483648"/>
            <ac:spMk id="4" creationId="{06E6E800-0E08-90C6-A48D-C6516FB82687}"/>
          </ac:spMkLst>
        </pc:spChg>
        <pc:spChg chg="mod">
          <ac:chgData name="Robin Pfaff" userId="e56d4c81-1849-45b9-a37f-931c61f7fd3e" providerId="ADAL" clId="{61167CAA-059E-5DEF-8DC3-D6149A2990B3}" dt="2025-11-15T05:15:30.131" v="1041"/>
          <ac:spMkLst>
            <pc:docMk/>
            <pc:sldMasterMk cId="2961219393" sldId="2147483648"/>
            <ac:spMk id="5" creationId="{EFD87F12-92F8-529E-5B92-735624E80815}"/>
          </ac:spMkLst>
        </pc:spChg>
        <pc:spChg chg="mod">
          <ac:chgData name="Robin Pfaff" userId="e56d4c81-1849-45b9-a37f-931c61f7fd3e" providerId="ADAL" clId="{61167CAA-059E-5DEF-8DC3-D6149A2990B3}" dt="2025-11-15T05:15:30.131" v="1041"/>
          <ac:spMkLst>
            <pc:docMk/>
            <pc:sldMasterMk cId="2961219393" sldId="2147483648"/>
            <ac:spMk id="6" creationId="{0EE6D35B-6391-951F-FBC5-0C8BE6AFC3FE}"/>
          </ac:spMkLst>
        </pc:spChg>
        <pc:sldLayoutChg chg="modSp">
          <pc:chgData name="Robin Pfaff" userId="e56d4c81-1849-45b9-a37f-931c61f7fd3e" providerId="ADAL" clId="{61167CAA-059E-5DEF-8DC3-D6149A2990B3}" dt="2025-11-15T05:15:30.131" v="1041"/>
          <pc:sldLayoutMkLst>
            <pc:docMk/>
            <pc:sldMasterMk cId="2961219393" sldId="2147483648"/>
            <pc:sldLayoutMk cId="2844767001" sldId="2147483649"/>
          </pc:sldLayoutMkLst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2844767001" sldId="2147483649"/>
              <ac:spMk id="2" creationId="{9C9F5987-DD18-B294-6BC9-D7549B4CBE7C}"/>
            </ac:spMkLst>
          </pc:spChg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2844767001" sldId="2147483649"/>
              <ac:spMk id="3" creationId="{805D308D-E22F-2929-6B81-7437FFD9BD15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05:15:30.131" v="1041"/>
          <pc:sldLayoutMkLst>
            <pc:docMk/>
            <pc:sldMasterMk cId="2961219393" sldId="2147483648"/>
            <pc:sldLayoutMk cId="2217192691" sldId="2147483651"/>
          </pc:sldLayoutMkLst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2217192691" sldId="2147483651"/>
              <ac:spMk id="2" creationId="{77F15AFE-F405-55A6-4F69-5F5A6E75F354}"/>
            </ac:spMkLst>
          </pc:spChg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2217192691" sldId="2147483651"/>
              <ac:spMk id="3" creationId="{5C17EA03-BCCC-4665-8C72-25441553517F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05:15:30.131" v="1041"/>
          <pc:sldLayoutMkLst>
            <pc:docMk/>
            <pc:sldMasterMk cId="2961219393" sldId="2147483648"/>
            <pc:sldLayoutMk cId="4262397799" sldId="2147483652"/>
          </pc:sldLayoutMkLst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4262397799" sldId="2147483652"/>
              <ac:spMk id="3" creationId="{E66BD27E-348A-1399-8A29-B48A8DD81EF9}"/>
            </ac:spMkLst>
          </pc:spChg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4262397799" sldId="2147483652"/>
              <ac:spMk id="4" creationId="{62CAA284-B27F-23FC-98A9-6B07B13327C9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05:15:30.131" v="1041"/>
          <pc:sldLayoutMkLst>
            <pc:docMk/>
            <pc:sldMasterMk cId="2961219393" sldId="2147483648"/>
            <pc:sldLayoutMk cId="3102856418" sldId="2147483653"/>
          </pc:sldLayoutMkLst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3102856418" sldId="2147483653"/>
              <ac:spMk id="2" creationId="{7AD334FA-15C3-ECB8-15EF-06E76941F110}"/>
            </ac:spMkLst>
          </pc:spChg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3102856418" sldId="2147483653"/>
              <ac:spMk id="3" creationId="{6AB63995-3AAB-B1C4-0811-DF2A750B9167}"/>
            </ac:spMkLst>
          </pc:spChg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3102856418" sldId="2147483653"/>
              <ac:spMk id="4" creationId="{5448DC4B-0C5D-0050-474D-8BEB766A402B}"/>
            </ac:spMkLst>
          </pc:spChg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3102856418" sldId="2147483653"/>
              <ac:spMk id="5" creationId="{A411F5B8-4000-D450-75C2-6CBC8A41DBF3}"/>
            </ac:spMkLst>
          </pc:spChg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3102856418" sldId="2147483653"/>
              <ac:spMk id="6" creationId="{6F4DC1EC-A971-C7BA-F6C2-FC9C46BD291B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05:15:30.131" v="1041"/>
          <pc:sldLayoutMkLst>
            <pc:docMk/>
            <pc:sldMasterMk cId="2961219393" sldId="2147483648"/>
            <pc:sldLayoutMk cId="2674159908" sldId="2147483656"/>
          </pc:sldLayoutMkLst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2674159908" sldId="2147483656"/>
              <ac:spMk id="2" creationId="{B97ACCA8-D5E2-1629-17F5-EE660B318CFA}"/>
            </ac:spMkLst>
          </pc:spChg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2674159908" sldId="2147483656"/>
              <ac:spMk id="3" creationId="{ECEB3C29-2302-D547-EFDB-41E85DD0CFB5}"/>
            </ac:spMkLst>
          </pc:spChg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2674159908" sldId="2147483656"/>
              <ac:spMk id="4" creationId="{B4E4458E-F425-646D-E10F-B6EB14DF2EBF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05:15:30.131" v="1041"/>
          <pc:sldLayoutMkLst>
            <pc:docMk/>
            <pc:sldMasterMk cId="2961219393" sldId="2147483648"/>
            <pc:sldLayoutMk cId="528041104" sldId="2147483657"/>
          </pc:sldLayoutMkLst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528041104" sldId="2147483657"/>
              <ac:spMk id="2" creationId="{353BE9BD-BBCA-4E15-7EC0-B25F86E3FB5A}"/>
            </ac:spMkLst>
          </pc:spChg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528041104" sldId="2147483657"/>
              <ac:spMk id="3" creationId="{5427B04A-8731-6944-BC98-D611D4A38875}"/>
            </ac:spMkLst>
          </pc:spChg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528041104" sldId="2147483657"/>
              <ac:spMk id="4" creationId="{67977A02-D559-E708-0B37-F8581C676138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05:15:30.131" v="1041"/>
          <pc:sldLayoutMkLst>
            <pc:docMk/>
            <pc:sldMasterMk cId="2961219393" sldId="2147483648"/>
            <pc:sldLayoutMk cId="1421924925" sldId="2147483659"/>
          </pc:sldLayoutMkLst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1421924925" sldId="2147483659"/>
              <ac:spMk id="2" creationId="{F89C2FB0-BBD8-8D33-B5E3-7A91F653FDD6}"/>
            </ac:spMkLst>
          </pc:spChg>
          <pc:spChg chg="mod">
            <ac:chgData name="Robin Pfaff" userId="e56d4c81-1849-45b9-a37f-931c61f7fd3e" providerId="ADAL" clId="{61167CAA-059E-5DEF-8DC3-D6149A2990B3}" dt="2025-11-15T05:15:30.131" v="1041"/>
            <ac:spMkLst>
              <pc:docMk/>
              <pc:sldMasterMk cId="2961219393" sldId="2147483648"/>
              <pc:sldLayoutMk cId="1421924925" sldId="2147483659"/>
              <ac:spMk id="3" creationId="{95D3D360-824A-8754-2042-A670E7155F78}"/>
            </ac:spMkLst>
          </pc:spChg>
        </pc:sldLayoutChg>
      </pc:sldMasterChg>
      <pc:sldMasterChg chg="modSp modSldLayout">
        <pc:chgData name="Robin Pfaff" userId="e56d4c81-1849-45b9-a37f-931c61f7fd3e" providerId="ADAL" clId="{61167CAA-059E-5DEF-8DC3-D6149A2990B3}" dt="2025-11-15T05:15:59.162" v="1065"/>
        <pc:sldMasterMkLst>
          <pc:docMk/>
          <pc:sldMasterMk cId="3515223272" sldId="2147483660"/>
        </pc:sldMasterMkLst>
        <pc:spChg chg="mod">
          <ac:chgData name="Robin Pfaff" userId="e56d4c81-1849-45b9-a37f-931c61f7fd3e" providerId="ADAL" clId="{61167CAA-059E-5DEF-8DC3-D6149A2990B3}" dt="2025-11-15T05:15:59.162" v="1065"/>
          <ac:spMkLst>
            <pc:docMk/>
            <pc:sldMasterMk cId="3515223272" sldId="2147483660"/>
            <ac:spMk id="2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05:15:59.162" v="1065"/>
          <ac:spMkLst>
            <pc:docMk/>
            <pc:sldMasterMk cId="3515223272" sldId="2147483660"/>
            <ac:spMk id="3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05:15:59.162" v="1065"/>
          <ac:spMkLst>
            <pc:docMk/>
            <pc:sldMasterMk cId="3515223272" sldId="2147483660"/>
            <ac:spMk id="4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05:15:59.162" v="1065"/>
          <ac:spMkLst>
            <pc:docMk/>
            <pc:sldMasterMk cId="3515223272" sldId="2147483660"/>
            <ac:spMk id="5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05:15:59.162" v="1065"/>
          <ac:spMkLst>
            <pc:docMk/>
            <pc:sldMasterMk cId="3515223272" sldId="2147483660"/>
            <ac:spMk id="6" creationId="{00000000-0000-0000-0000-000000000000}"/>
          </ac:spMkLst>
        </pc:spChg>
        <pc:sldLayoutChg chg="modSp">
          <pc:chgData name="Robin Pfaff" userId="e56d4c81-1849-45b9-a37f-931c61f7fd3e" providerId="ADAL" clId="{61167CAA-059E-5DEF-8DC3-D6149A2990B3}" dt="2025-11-15T05:15:59.162" v="1065"/>
          <pc:sldLayoutMkLst>
            <pc:docMk/>
            <pc:sldMasterMk cId="3515223272" sldId="2147483660"/>
            <pc:sldLayoutMk cId="1154699975" sldId="2147483661"/>
          </pc:sldLayoutMkLst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1154699975" sldId="2147483661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1154699975" sldId="2147483661"/>
              <ac:spMk id="3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05:15:59.162" v="1065"/>
          <pc:sldLayoutMkLst>
            <pc:docMk/>
            <pc:sldMasterMk cId="3515223272" sldId="2147483660"/>
            <pc:sldLayoutMk cId="2501080954" sldId="2147483663"/>
          </pc:sldLayoutMkLst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2501080954" sldId="2147483663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2501080954" sldId="2147483663"/>
              <ac:spMk id="3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05:15:59.162" v="1065"/>
          <pc:sldLayoutMkLst>
            <pc:docMk/>
            <pc:sldMasterMk cId="3515223272" sldId="2147483660"/>
            <pc:sldLayoutMk cId="453476735" sldId="2147483664"/>
          </pc:sldLayoutMkLst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453476735" sldId="2147483664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453476735" sldId="2147483664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05:15:59.162" v="1065"/>
          <pc:sldLayoutMkLst>
            <pc:docMk/>
            <pc:sldMasterMk cId="3515223272" sldId="2147483660"/>
            <pc:sldLayoutMk cId="3234004129" sldId="2147483665"/>
          </pc:sldLayoutMkLst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3234004129" sldId="2147483665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3234004129" sldId="2147483665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3234004129" sldId="2147483665"/>
              <ac:spMk id="4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3234004129" sldId="2147483665"/>
              <ac:spMk id="5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3234004129" sldId="2147483665"/>
              <ac:spMk id="6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05:15:59.162" v="1065"/>
          <pc:sldLayoutMkLst>
            <pc:docMk/>
            <pc:sldMasterMk cId="3515223272" sldId="2147483660"/>
            <pc:sldLayoutMk cId="999499740" sldId="2147483668"/>
          </pc:sldLayoutMkLst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999499740" sldId="2147483668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999499740" sldId="2147483668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999499740" sldId="2147483668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05:15:59.162" v="1065"/>
          <pc:sldLayoutMkLst>
            <pc:docMk/>
            <pc:sldMasterMk cId="3515223272" sldId="2147483660"/>
            <pc:sldLayoutMk cId="1475477722" sldId="2147483669"/>
          </pc:sldLayoutMkLst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1475477722" sldId="2147483669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1475477722" sldId="2147483669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1475477722" sldId="2147483669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05:15:59.162" v="1065"/>
          <pc:sldLayoutMkLst>
            <pc:docMk/>
            <pc:sldMasterMk cId="3515223272" sldId="2147483660"/>
            <pc:sldLayoutMk cId="2812964599" sldId="2147483671"/>
          </pc:sldLayoutMkLst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2812964599" sldId="2147483671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05:15:59.162" v="1065"/>
            <ac:spMkLst>
              <pc:docMk/>
              <pc:sldMasterMk cId="3515223272" sldId="2147483660"/>
              <pc:sldLayoutMk cId="2812964599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Robin Pfaff" userId="e56d4c81-1849-45b9-a37f-931c61f7fd3e" providerId="ADAL" clId="{61167CAA-059E-5DEF-8DC3-D6149A2990B3}" dt="2025-11-15T21:14:24.013" v="1155"/>
        <pc:sldMasterMkLst>
          <pc:docMk/>
          <pc:sldMasterMk cId="3469145818" sldId="2147483672"/>
        </pc:sldMasterMkLst>
        <pc:spChg chg="mod">
          <ac:chgData name="Robin Pfaff" userId="e56d4c81-1849-45b9-a37f-931c61f7fd3e" providerId="ADAL" clId="{61167CAA-059E-5DEF-8DC3-D6149A2990B3}" dt="2025-11-15T21:14:24.013" v="1155"/>
          <ac:spMkLst>
            <pc:docMk/>
            <pc:sldMasterMk cId="3469145818" sldId="2147483672"/>
            <ac:spMk id="2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4:24.013" v="1155"/>
          <ac:spMkLst>
            <pc:docMk/>
            <pc:sldMasterMk cId="3469145818" sldId="2147483672"/>
            <ac:spMk id="3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4:24.013" v="1155"/>
          <ac:spMkLst>
            <pc:docMk/>
            <pc:sldMasterMk cId="3469145818" sldId="2147483672"/>
            <ac:spMk id="4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4:24.013" v="1155"/>
          <ac:spMkLst>
            <pc:docMk/>
            <pc:sldMasterMk cId="3469145818" sldId="2147483672"/>
            <ac:spMk id="5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4:24.013" v="1155"/>
          <ac:spMkLst>
            <pc:docMk/>
            <pc:sldMasterMk cId="3469145818" sldId="2147483672"/>
            <ac:spMk id="6" creationId="{00000000-0000-0000-0000-000000000000}"/>
          </ac:spMkLst>
        </pc:spChg>
        <pc:sldLayoutChg chg="modSp">
          <pc:chgData name="Robin Pfaff" userId="e56d4c81-1849-45b9-a37f-931c61f7fd3e" providerId="ADAL" clId="{61167CAA-059E-5DEF-8DC3-D6149A2990B3}" dt="2025-11-15T21:14:24.013" v="1155"/>
          <pc:sldLayoutMkLst>
            <pc:docMk/>
            <pc:sldMasterMk cId="3469145818" sldId="2147483672"/>
            <pc:sldLayoutMk cId="147977272" sldId="2147483673"/>
          </pc:sldLayoutMkLst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147977272" sldId="2147483673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147977272" sldId="2147483673"/>
              <ac:spMk id="3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4:24.013" v="1155"/>
          <pc:sldLayoutMkLst>
            <pc:docMk/>
            <pc:sldMasterMk cId="3469145818" sldId="2147483672"/>
            <pc:sldLayoutMk cId="3158215241" sldId="2147483675"/>
          </pc:sldLayoutMkLst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3158215241" sldId="2147483675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3158215241" sldId="2147483675"/>
              <ac:spMk id="3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4:24.013" v="1155"/>
          <pc:sldLayoutMkLst>
            <pc:docMk/>
            <pc:sldMasterMk cId="3469145818" sldId="2147483672"/>
            <pc:sldLayoutMk cId="2244644441" sldId="2147483676"/>
          </pc:sldLayoutMkLst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2244644441" sldId="2147483676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2244644441" sldId="2147483676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4:24.013" v="1155"/>
          <pc:sldLayoutMkLst>
            <pc:docMk/>
            <pc:sldMasterMk cId="3469145818" sldId="2147483672"/>
            <pc:sldLayoutMk cId="2759698203" sldId="2147483677"/>
          </pc:sldLayoutMkLst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2759698203" sldId="2147483677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2759698203" sldId="2147483677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2759698203" sldId="2147483677"/>
              <ac:spMk id="4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2759698203" sldId="2147483677"/>
              <ac:spMk id="5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2759698203" sldId="2147483677"/>
              <ac:spMk id="6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4:24.013" v="1155"/>
          <pc:sldLayoutMkLst>
            <pc:docMk/>
            <pc:sldMasterMk cId="3469145818" sldId="2147483672"/>
            <pc:sldLayoutMk cId="1256981190" sldId="2147483680"/>
          </pc:sldLayoutMkLst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1256981190" sldId="2147483680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1256981190" sldId="2147483680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1256981190" sldId="2147483680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4:24.013" v="1155"/>
          <pc:sldLayoutMkLst>
            <pc:docMk/>
            <pc:sldMasterMk cId="3469145818" sldId="2147483672"/>
            <pc:sldLayoutMk cId="3555254593" sldId="2147483681"/>
          </pc:sldLayoutMkLst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3555254593" sldId="2147483681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3555254593" sldId="2147483681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3555254593" sldId="2147483681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4:24.013" v="1155"/>
          <pc:sldLayoutMkLst>
            <pc:docMk/>
            <pc:sldMasterMk cId="3469145818" sldId="2147483672"/>
            <pc:sldLayoutMk cId="621511866" sldId="2147483683"/>
          </pc:sldLayoutMkLst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621511866" sldId="2147483683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4:24.013" v="1155"/>
            <ac:spMkLst>
              <pc:docMk/>
              <pc:sldMasterMk cId="3469145818" sldId="2147483672"/>
              <pc:sldLayoutMk cId="621511866" sldId="2147483683"/>
              <ac:spMk id="3" creationId="{00000000-0000-0000-0000-000000000000}"/>
            </ac:spMkLst>
          </pc:spChg>
        </pc:sldLayoutChg>
      </pc:sldMasterChg>
      <pc:sldMasterChg chg="modSp modSldLayout">
        <pc:chgData name="Robin Pfaff" userId="e56d4c81-1849-45b9-a37f-931c61f7fd3e" providerId="ADAL" clId="{61167CAA-059E-5DEF-8DC3-D6149A2990B3}" dt="2025-11-15T21:16:24.369" v="1333"/>
        <pc:sldMasterMkLst>
          <pc:docMk/>
          <pc:sldMasterMk cId="2262618211" sldId="2147483684"/>
        </pc:sldMasterMkLst>
        <pc:spChg chg="mod">
          <ac:chgData name="Robin Pfaff" userId="e56d4c81-1849-45b9-a37f-931c61f7fd3e" providerId="ADAL" clId="{61167CAA-059E-5DEF-8DC3-D6149A2990B3}" dt="2025-11-15T21:16:24.369" v="1333"/>
          <ac:spMkLst>
            <pc:docMk/>
            <pc:sldMasterMk cId="2262618211" sldId="2147483684"/>
            <ac:spMk id="2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6:24.369" v="1333"/>
          <ac:spMkLst>
            <pc:docMk/>
            <pc:sldMasterMk cId="2262618211" sldId="2147483684"/>
            <ac:spMk id="3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6:24.369" v="1333"/>
          <ac:spMkLst>
            <pc:docMk/>
            <pc:sldMasterMk cId="2262618211" sldId="2147483684"/>
            <ac:spMk id="4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6:24.369" v="1333"/>
          <ac:spMkLst>
            <pc:docMk/>
            <pc:sldMasterMk cId="2262618211" sldId="2147483684"/>
            <ac:spMk id="5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6:24.369" v="1333"/>
          <ac:spMkLst>
            <pc:docMk/>
            <pc:sldMasterMk cId="2262618211" sldId="2147483684"/>
            <ac:spMk id="6" creationId="{00000000-0000-0000-0000-000000000000}"/>
          </ac:spMkLst>
        </pc:spChg>
        <pc:sldLayoutChg chg="modSp">
          <pc:chgData name="Robin Pfaff" userId="e56d4c81-1849-45b9-a37f-931c61f7fd3e" providerId="ADAL" clId="{61167CAA-059E-5DEF-8DC3-D6149A2990B3}" dt="2025-11-15T21:16:24.369" v="1333"/>
          <pc:sldLayoutMkLst>
            <pc:docMk/>
            <pc:sldMasterMk cId="2262618211" sldId="2147483684"/>
            <pc:sldLayoutMk cId="2135833571" sldId="2147483685"/>
          </pc:sldLayoutMkLst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2135833571" sldId="2147483685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2135833571" sldId="2147483685"/>
              <ac:spMk id="3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6:24.369" v="1333"/>
          <pc:sldLayoutMkLst>
            <pc:docMk/>
            <pc:sldMasterMk cId="2262618211" sldId="2147483684"/>
            <pc:sldLayoutMk cId="1596814964" sldId="2147483687"/>
          </pc:sldLayoutMkLst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1596814964" sldId="2147483687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1596814964" sldId="2147483687"/>
              <ac:spMk id="3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6:24.369" v="1333"/>
          <pc:sldLayoutMkLst>
            <pc:docMk/>
            <pc:sldMasterMk cId="2262618211" sldId="2147483684"/>
            <pc:sldLayoutMk cId="1453975137" sldId="2147483688"/>
          </pc:sldLayoutMkLst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1453975137" sldId="2147483688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1453975137" sldId="2147483688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6:24.369" v="1333"/>
          <pc:sldLayoutMkLst>
            <pc:docMk/>
            <pc:sldMasterMk cId="2262618211" sldId="2147483684"/>
            <pc:sldLayoutMk cId="700001277" sldId="2147483689"/>
          </pc:sldLayoutMkLst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700001277" sldId="2147483689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700001277" sldId="2147483689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700001277" sldId="2147483689"/>
              <ac:spMk id="4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700001277" sldId="2147483689"/>
              <ac:spMk id="5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700001277" sldId="2147483689"/>
              <ac:spMk id="6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6:24.369" v="1333"/>
          <pc:sldLayoutMkLst>
            <pc:docMk/>
            <pc:sldMasterMk cId="2262618211" sldId="2147483684"/>
            <pc:sldLayoutMk cId="1954595635" sldId="2147483692"/>
          </pc:sldLayoutMkLst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1954595635" sldId="2147483692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1954595635" sldId="2147483692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1954595635" sldId="2147483692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6:24.369" v="1333"/>
          <pc:sldLayoutMkLst>
            <pc:docMk/>
            <pc:sldMasterMk cId="2262618211" sldId="2147483684"/>
            <pc:sldLayoutMk cId="463900924" sldId="2147483693"/>
          </pc:sldLayoutMkLst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463900924" sldId="2147483693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463900924" sldId="2147483693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463900924" sldId="2147483693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6:24.369" v="1333"/>
          <pc:sldLayoutMkLst>
            <pc:docMk/>
            <pc:sldMasterMk cId="2262618211" sldId="2147483684"/>
            <pc:sldLayoutMk cId="2505435089" sldId="2147483695"/>
          </pc:sldLayoutMkLst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2505435089" sldId="2147483695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6:24.369" v="1333"/>
            <ac:spMkLst>
              <pc:docMk/>
              <pc:sldMasterMk cId="2262618211" sldId="2147483684"/>
              <pc:sldLayoutMk cId="2505435089" sldId="2147483695"/>
              <ac:spMk id="3" creationId="{00000000-0000-0000-0000-000000000000}"/>
            </ac:spMkLst>
          </pc:spChg>
        </pc:sldLayoutChg>
      </pc:sldMasterChg>
      <pc:sldMasterChg chg="modSp modSldLayout">
        <pc:chgData name="Robin Pfaff" userId="e56d4c81-1849-45b9-a37f-931c61f7fd3e" providerId="ADAL" clId="{61167CAA-059E-5DEF-8DC3-D6149A2990B3}" dt="2025-11-15T21:17:37.026" v="1351"/>
        <pc:sldMasterMkLst>
          <pc:docMk/>
          <pc:sldMasterMk cId="682093371" sldId="2147483696"/>
        </pc:sldMasterMkLst>
        <pc:spChg chg="mod">
          <ac:chgData name="Robin Pfaff" userId="e56d4c81-1849-45b9-a37f-931c61f7fd3e" providerId="ADAL" clId="{61167CAA-059E-5DEF-8DC3-D6149A2990B3}" dt="2025-11-15T21:17:37.026" v="1351"/>
          <ac:spMkLst>
            <pc:docMk/>
            <pc:sldMasterMk cId="682093371" sldId="2147483696"/>
            <ac:spMk id="2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7:37.026" v="1351"/>
          <ac:spMkLst>
            <pc:docMk/>
            <pc:sldMasterMk cId="682093371" sldId="2147483696"/>
            <ac:spMk id="3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7:37.026" v="1351"/>
          <ac:spMkLst>
            <pc:docMk/>
            <pc:sldMasterMk cId="682093371" sldId="2147483696"/>
            <ac:spMk id="4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7:37.026" v="1351"/>
          <ac:spMkLst>
            <pc:docMk/>
            <pc:sldMasterMk cId="682093371" sldId="2147483696"/>
            <ac:spMk id="5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7:37.026" v="1351"/>
          <ac:spMkLst>
            <pc:docMk/>
            <pc:sldMasterMk cId="682093371" sldId="2147483696"/>
            <ac:spMk id="6" creationId="{00000000-0000-0000-0000-000000000000}"/>
          </ac:spMkLst>
        </pc:spChg>
        <pc:sldLayoutChg chg="modSp">
          <pc:chgData name="Robin Pfaff" userId="e56d4c81-1849-45b9-a37f-931c61f7fd3e" providerId="ADAL" clId="{61167CAA-059E-5DEF-8DC3-D6149A2990B3}" dt="2025-11-15T21:17:37.026" v="1351"/>
          <pc:sldLayoutMkLst>
            <pc:docMk/>
            <pc:sldMasterMk cId="682093371" sldId="2147483696"/>
            <pc:sldLayoutMk cId="4241705916" sldId="2147483697"/>
          </pc:sldLayoutMkLst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4241705916" sldId="2147483697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4241705916" sldId="2147483697"/>
              <ac:spMk id="3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7:37.026" v="1351"/>
          <pc:sldLayoutMkLst>
            <pc:docMk/>
            <pc:sldMasterMk cId="682093371" sldId="2147483696"/>
            <pc:sldLayoutMk cId="3512302633" sldId="2147483699"/>
          </pc:sldLayoutMkLst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3512302633" sldId="2147483699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3512302633" sldId="2147483699"/>
              <ac:spMk id="3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7:37.026" v="1351"/>
          <pc:sldLayoutMkLst>
            <pc:docMk/>
            <pc:sldMasterMk cId="682093371" sldId="2147483696"/>
            <pc:sldLayoutMk cId="181288485" sldId="2147483700"/>
          </pc:sldLayoutMkLst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181288485" sldId="2147483700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181288485" sldId="2147483700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7:37.026" v="1351"/>
          <pc:sldLayoutMkLst>
            <pc:docMk/>
            <pc:sldMasterMk cId="682093371" sldId="2147483696"/>
            <pc:sldLayoutMk cId="568585027" sldId="2147483701"/>
          </pc:sldLayoutMkLst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568585027" sldId="2147483701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568585027" sldId="2147483701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568585027" sldId="2147483701"/>
              <ac:spMk id="4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568585027" sldId="2147483701"/>
              <ac:spMk id="5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568585027" sldId="2147483701"/>
              <ac:spMk id="6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7:37.026" v="1351"/>
          <pc:sldLayoutMkLst>
            <pc:docMk/>
            <pc:sldMasterMk cId="682093371" sldId="2147483696"/>
            <pc:sldLayoutMk cId="1346665465" sldId="2147483704"/>
          </pc:sldLayoutMkLst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1346665465" sldId="2147483704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1346665465" sldId="2147483704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1346665465" sldId="2147483704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7:37.026" v="1351"/>
          <pc:sldLayoutMkLst>
            <pc:docMk/>
            <pc:sldMasterMk cId="682093371" sldId="2147483696"/>
            <pc:sldLayoutMk cId="2217108721" sldId="2147483705"/>
          </pc:sldLayoutMkLst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2217108721" sldId="2147483705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2217108721" sldId="2147483705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2217108721" sldId="2147483705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7:37.026" v="1351"/>
          <pc:sldLayoutMkLst>
            <pc:docMk/>
            <pc:sldMasterMk cId="682093371" sldId="2147483696"/>
            <pc:sldLayoutMk cId="75822707" sldId="2147483707"/>
          </pc:sldLayoutMkLst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75822707" sldId="2147483707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37.026" v="1351"/>
            <ac:spMkLst>
              <pc:docMk/>
              <pc:sldMasterMk cId="682093371" sldId="2147483696"/>
              <pc:sldLayoutMk cId="75822707" sldId="2147483707"/>
              <ac:spMk id="3" creationId="{00000000-0000-0000-0000-000000000000}"/>
            </ac:spMkLst>
          </pc:spChg>
        </pc:sldLayoutChg>
      </pc:sldMasterChg>
      <pc:sldMasterChg chg="modSp modSldLayout">
        <pc:chgData name="Robin Pfaff" userId="e56d4c81-1849-45b9-a37f-931c61f7fd3e" providerId="ADAL" clId="{61167CAA-059E-5DEF-8DC3-D6149A2990B3}" dt="2025-11-15T21:17:52.535" v="1352"/>
        <pc:sldMasterMkLst>
          <pc:docMk/>
          <pc:sldMasterMk cId="3173194742" sldId="2147483708"/>
        </pc:sldMasterMkLst>
        <pc:spChg chg="mod">
          <ac:chgData name="Robin Pfaff" userId="e56d4c81-1849-45b9-a37f-931c61f7fd3e" providerId="ADAL" clId="{61167CAA-059E-5DEF-8DC3-D6149A2990B3}" dt="2025-11-15T21:17:52.535" v="1352"/>
          <ac:spMkLst>
            <pc:docMk/>
            <pc:sldMasterMk cId="3173194742" sldId="2147483708"/>
            <ac:spMk id="2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7:52.535" v="1352"/>
          <ac:spMkLst>
            <pc:docMk/>
            <pc:sldMasterMk cId="3173194742" sldId="2147483708"/>
            <ac:spMk id="3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7:52.535" v="1352"/>
          <ac:spMkLst>
            <pc:docMk/>
            <pc:sldMasterMk cId="3173194742" sldId="2147483708"/>
            <ac:spMk id="4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7:52.535" v="1352"/>
          <ac:spMkLst>
            <pc:docMk/>
            <pc:sldMasterMk cId="3173194742" sldId="2147483708"/>
            <ac:spMk id="5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7:52.535" v="1352"/>
          <ac:spMkLst>
            <pc:docMk/>
            <pc:sldMasterMk cId="3173194742" sldId="2147483708"/>
            <ac:spMk id="6" creationId="{00000000-0000-0000-0000-000000000000}"/>
          </ac:spMkLst>
        </pc:spChg>
        <pc:sldLayoutChg chg="modSp">
          <pc:chgData name="Robin Pfaff" userId="e56d4c81-1849-45b9-a37f-931c61f7fd3e" providerId="ADAL" clId="{61167CAA-059E-5DEF-8DC3-D6149A2990B3}" dt="2025-11-15T21:17:52.535" v="1352"/>
          <pc:sldLayoutMkLst>
            <pc:docMk/>
            <pc:sldMasterMk cId="3173194742" sldId="2147483708"/>
            <pc:sldLayoutMk cId="3352486404" sldId="2147483709"/>
          </pc:sldLayoutMkLst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3352486404" sldId="2147483709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3352486404" sldId="2147483709"/>
              <ac:spMk id="3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7:52.535" v="1352"/>
          <pc:sldLayoutMkLst>
            <pc:docMk/>
            <pc:sldMasterMk cId="3173194742" sldId="2147483708"/>
            <pc:sldLayoutMk cId="3260281102" sldId="2147483711"/>
          </pc:sldLayoutMkLst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3260281102" sldId="2147483711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3260281102" sldId="2147483711"/>
              <ac:spMk id="3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7:52.535" v="1352"/>
          <pc:sldLayoutMkLst>
            <pc:docMk/>
            <pc:sldMasterMk cId="3173194742" sldId="2147483708"/>
            <pc:sldLayoutMk cId="3193122631" sldId="2147483712"/>
          </pc:sldLayoutMkLst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3193122631" sldId="2147483712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3193122631" sldId="2147483712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7:52.535" v="1352"/>
          <pc:sldLayoutMkLst>
            <pc:docMk/>
            <pc:sldMasterMk cId="3173194742" sldId="2147483708"/>
            <pc:sldLayoutMk cId="798641422" sldId="2147483713"/>
          </pc:sldLayoutMkLst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798641422" sldId="2147483713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798641422" sldId="2147483713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798641422" sldId="2147483713"/>
              <ac:spMk id="4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798641422" sldId="2147483713"/>
              <ac:spMk id="5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798641422" sldId="2147483713"/>
              <ac:spMk id="6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7:52.535" v="1352"/>
          <pc:sldLayoutMkLst>
            <pc:docMk/>
            <pc:sldMasterMk cId="3173194742" sldId="2147483708"/>
            <pc:sldLayoutMk cId="1154937654" sldId="2147483716"/>
          </pc:sldLayoutMkLst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1154937654" sldId="2147483716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1154937654" sldId="2147483716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1154937654" sldId="2147483716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7:52.535" v="1352"/>
          <pc:sldLayoutMkLst>
            <pc:docMk/>
            <pc:sldMasterMk cId="3173194742" sldId="2147483708"/>
            <pc:sldLayoutMk cId="3999645636" sldId="2147483717"/>
          </pc:sldLayoutMkLst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3999645636" sldId="2147483717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3999645636" sldId="2147483717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3999645636" sldId="2147483717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7:52.535" v="1352"/>
          <pc:sldLayoutMkLst>
            <pc:docMk/>
            <pc:sldMasterMk cId="3173194742" sldId="2147483708"/>
            <pc:sldLayoutMk cId="3804813694" sldId="2147483719"/>
          </pc:sldLayoutMkLst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3804813694" sldId="2147483719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7:52.535" v="1352"/>
            <ac:spMkLst>
              <pc:docMk/>
              <pc:sldMasterMk cId="3173194742" sldId="2147483708"/>
              <pc:sldLayoutMk cId="3804813694" sldId="2147483719"/>
              <ac:spMk id="3" creationId="{00000000-0000-0000-0000-000000000000}"/>
            </ac:spMkLst>
          </pc:spChg>
        </pc:sldLayoutChg>
      </pc:sldMasterChg>
      <pc:sldMasterChg chg="modSp modSldLayout">
        <pc:chgData name="Robin Pfaff" userId="e56d4c81-1849-45b9-a37f-931c61f7fd3e" providerId="ADAL" clId="{61167CAA-059E-5DEF-8DC3-D6149A2990B3}" dt="2025-11-15T21:18:21.766" v="1367"/>
        <pc:sldMasterMkLst>
          <pc:docMk/>
          <pc:sldMasterMk cId="766719748" sldId="2147483720"/>
        </pc:sldMasterMkLst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asterMk cId="766719748" sldId="2147483720"/>
            <ac:spMk id="2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asterMk cId="766719748" sldId="2147483720"/>
            <ac:spMk id="3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asterMk cId="766719748" sldId="2147483720"/>
            <ac:spMk id="4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asterMk cId="766719748" sldId="2147483720"/>
            <ac:spMk id="5" creationId="{00000000-0000-0000-0000-000000000000}"/>
          </ac:spMkLst>
        </pc:spChg>
        <pc:spChg chg="mod">
          <ac:chgData name="Robin Pfaff" userId="e56d4c81-1849-45b9-a37f-931c61f7fd3e" providerId="ADAL" clId="{61167CAA-059E-5DEF-8DC3-D6149A2990B3}" dt="2025-11-15T21:18:21.766" v="1367"/>
          <ac:spMkLst>
            <pc:docMk/>
            <pc:sldMasterMk cId="766719748" sldId="2147483720"/>
            <ac:spMk id="6" creationId="{00000000-0000-0000-0000-000000000000}"/>
          </ac:spMkLst>
        </pc:spChg>
        <pc:sldLayoutChg chg="modSp">
          <pc:chgData name="Robin Pfaff" userId="e56d4c81-1849-45b9-a37f-931c61f7fd3e" providerId="ADAL" clId="{61167CAA-059E-5DEF-8DC3-D6149A2990B3}" dt="2025-11-15T21:18:21.766" v="1367"/>
          <pc:sldLayoutMkLst>
            <pc:docMk/>
            <pc:sldMasterMk cId="766719748" sldId="2147483720"/>
            <pc:sldLayoutMk cId="320245017" sldId="2147483721"/>
          </pc:sldLayoutMkLst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320245017" sldId="2147483721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320245017" sldId="2147483721"/>
              <ac:spMk id="3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8:21.766" v="1367"/>
          <pc:sldLayoutMkLst>
            <pc:docMk/>
            <pc:sldMasterMk cId="766719748" sldId="2147483720"/>
            <pc:sldLayoutMk cId="4046268987" sldId="2147483723"/>
          </pc:sldLayoutMkLst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4046268987" sldId="2147483723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4046268987" sldId="2147483723"/>
              <ac:spMk id="3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8:21.766" v="1367"/>
          <pc:sldLayoutMkLst>
            <pc:docMk/>
            <pc:sldMasterMk cId="766719748" sldId="2147483720"/>
            <pc:sldLayoutMk cId="3343119066" sldId="2147483724"/>
          </pc:sldLayoutMkLst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3343119066" sldId="2147483724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3343119066" sldId="2147483724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8:21.766" v="1367"/>
          <pc:sldLayoutMkLst>
            <pc:docMk/>
            <pc:sldMasterMk cId="766719748" sldId="2147483720"/>
            <pc:sldLayoutMk cId="1060386458" sldId="2147483725"/>
          </pc:sldLayoutMkLst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1060386458" sldId="2147483725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1060386458" sldId="2147483725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1060386458" sldId="2147483725"/>
              <ac:spMk id="4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1060386458" sldId="2147483725"/>
              <ac:spMk id="5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1060386458" sldId="2147483725"/>
              <ac:spMk id="6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8:21.766" v="1367"/>
          <pc:sldLayoutMkLst>
            <pc:docMk/>
            <pc:sldMasterMk cId="766719748" sldId="2147483720"/>
            <pc:sldLayoutMk cId="713465194" sldId="2147483728"/>
          </pc:sldLayoutMkLst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713465194" sldId="2147483728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713465194" sldId="2147483728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713465194" sldId="2147483728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8:21.766" v="1367"/>
          <pc:sldLayoutMkLst>
            <pc:docMk/>
            <pc:sldMasterMk cId="766719748" sldId="2147483720"/>
            <pc:sldLayoutMk cId="2872122665" sldId="2147483729"/>
          </pc:sldLayoutMkLst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2872122665" sldId="2147483729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2872122665" sldId="2147483729"/>
              <ac:spMk id="3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2872122665" sldId="2147483729"/>
              <ac:spMk id="4" creationId="{00000000-0000-0000-0000-000000000000}"/>
            </ac:spMkLst>
          </pc:spChg>
        </pc:sldLayoutChg>
        <pc:sldLayoutChg chg="modSp">
          <pc:chgData name="Robin Pfaff" userId="e56d4c81-1849-45b9-a37f-931c61f7fd3e" providerId="ADAL" clId="{61167CAA-059E-5DEF-8DC3-D6149A2990B3}" dt="2025-11-15T21:18:21.766" v="1367"/>
          <pc:sldLayoutMkLst>
            <pc:docMk/>
            <pc:sldMasterMk cId="766719748" sldId="2147483720"/>
            <pc:sldLayoutMk cId="1292192565" sldId="2147483731"/>
          </pc:sldLayoutMkLst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1292192565" sldId="2147483731"/>
              <ac:spMk id="2" creationId="{00000000-0000-0000-0000-000000000000}"/>
            </ac:spMkLst>
          </pc:spChg>
          <pc:spChg chg="mod">
            <ac:chgData name="Robin Pfaff" userId="e56d4c81-1849-45b9-a37f-931c61f7fd3e" providerId="ADAL" clId="{61167CAA-059E-5DEF-8DC3-D6149A2990B3}" dt="2025-11-15T21:18:21.766" v="1367"/>
            <ac:spMkLst>
              <pc:docMk/>
              <pc:sldMasterMk cId="766719748" sldId="2147483720"/>
              <pc:sldLayoutMk cId="1292192565" sldId="214748373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539" y="1237197"/>
            <a:ext cx="7803436" cy="2631887"/>
          </a:xfrm>
        </p:spPr>
        <p:txBody>
          <a:bodyPr anchor="b"/>
          <a:lstStyle>
            <a:lvl1pPr algn="ctr">
              <a:defRPr sz="60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7564" y="3970580"/>
            <a:ext cx="6885385" cy="1825171"/>
          </a:xfrm>
        </p:spPr>
        <p:txBody>
          <a:bodyPr/>
          <a:lstStyle>
            <a:lvl1pPr marL="0" indent="0" algn="ctr">
              <a:buNone/>
              <a:defRPr sz="2410"/>
            </a:lvl1pPr>
            <a:lvl2pPr marL="459029" indent="0" algn="ctr">
              <a:buNone/>
              <a:defRPr sz="2008"/>
            </a:lvl2pPr>
            <a:lvl3pPr marL="918058" indent="0" algn="ctr">
              <a:buNone/>
              <a:defRPr sz="1807"/>
            </a:lvl3pPr>
            <a:lvl4pPr marL="1377086" indent="0" algn="ctr">
              <a:buNone/>
              <a:defRPr sz="1606"/>
            </a:lvl4pPr>
            <a:lvl5pPr marL="1836115" indent="0" algn="ctr">
              <a:buNone/>
              <a:defRPr sz="1606"/>
            </a:lvl5pPr>
            <a:lvl6pPr marL="2295144" indent="0" algn="ctr">
              <a:buNone/>
              <a:defRPr sz="1606"/>
            </a:lvl6pPr>
            <a:lvl7pPr marL="2754173" indent="0" algn="ctr">
              <a:buNone/>
              <a:defRPr sz="1606"/>
            </a:lvl7pPr>
            <a:lvl8pPr marL="3213202" indent="0" algn="ctr">
              <a:buNone/>
              <a:defRPr sz="1606"/>
            </a:lvl8pPr>
            <a:lvl9pPr marL="3672230" indent="0" algn="ctr">
              <a:buNone/>
              <a:defRPr sz="160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1C52F-B0FA-F647-8D9A-CCBB9DDFA68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425B-B8C5-F940-8E70-2B544615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8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1C52F-B0FA-F647-8D9A-CCBB9DDFA68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425B-B8C5-F940-8E70-2B544615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86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379" y="1884671"/>
            <a:ext cx="7918192" cy="3144614"/>
          </a:xfrm>
        </p:spPr>
        <p:txBody>
          <a:bodyPr anchor="b"/>
          <a:lstStyle>
            <a:lvl1pPr>
              <a:defRPr sz="60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6379" y="5059035"/>
            <a:ext cx="7918192" cy="1653678"/>
          </a:xfrm>
        </p:spPr>
        <p:txBody>
          <a:bodyPr/>
          <a:lstStyle>
            <a:lvl1pPr marL="0" indent="0">
              <a:buNone/>
              <a:defRPr sz="2410">
                <a:solidFill>
                  <a:schemeClr val="tx1">
                    <a:tint val="82000"/>
                  </a:schemeClr>
                </a:solidFill>
              </a:defRPr>
            </a:lvl1pPr>
            <a:lvl2pPr marL="459029" indent="0">
              <a:buNone/>
              <a:defRPr sz="2008">
                <a:solidFill>
                  <a:schemeClr val="tx1">
                    <a:tint val="82000"/>
                  </a:schemeClr>
                </a:solidFill>
              </a:defRPr>
            </a:lvl2pPr>
            <a:lvl3pPr marL="918058" indent="0">
              <a:buNone/>
              <a:defRPr sz="1807">
                <a:solidFill>
                  <a:schemeClr val="tx1">
                    <a:tint val="82000"/>
                  </a:schemeClr>
                </a:solidFill>
              </a:defRPr>
            </a:lvl3pPr>
            <a:lvl4pPr marL="1377086" indent="0">
              <a:buNone/>
              <a:defRPr sz="1606">
                <a:solidFill>
                  <a:schemeClr val="tx1">
                    <a:tint val="82000"/>
                  </a:schemeClr>
                </a:solidFill>
              </a:defRPr>
            </a:lvl4pPr>
            <a:lvl5pPr marL="1836115" indent="0">
              <a:buNone/>
              <a:defRPr sz="1606">
                <a:solidFill>
                  <a:schemeClr val="tx1">
                    <a:tint val="82000"/>
                  </a:schemeClr>
                </a:solidFill>
              </a:defRPr>
            </a:lvl5pPr>
            <a:lvl6pPr marL="2295144" indent="0">
              <a:buNone/>
              <a:defRPr sz="1606">
                <a:solidFill>
                  <a:schemeClr val="tx1">
                    <a:tint val="82000"/>
                  </a:schemeClr>
                </a:solidFill>
              </a:defRPr>
            </a:lvl6pPr>
            <a:lvl7pPr marL="2754173" indent="0">
              <a:buNone/>
              <a:defRPr sz="1606">
                <a:solidFill>
                  <a:schemeClr val="tx1">
                    <a:tint val="82000"/>
                  </a:schemeClr>
                </a:solidFill>
              </a:defRPr>
            </a:lvl7pPr>
            <a:lvl8pPr marL="3213202" indent="0">
              <a:buNone/>
              <a:defRPr sz="1606">
                <a:solidFill>
                  <a:schemeClr val="tx1">
                    <a:tint val="82000"/>
                  </a:schemeClr>
                </a:solidFill>
              </a:defRPr>
            </a:lvl8pPr>
            <a:lvl9pPr marL="3672230" indent="0">
              <a:buNone/>
              <a:defRPr sz="160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1C52F-B0FA-F647-8D9A-CCBB9DDFA68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425B-B8C5-F940-8E70-2B544615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5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1160" y="2012414"/>
            <a:ext cx="3901718" cy="479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7635" y="2012414"/>
            <a:ext cx="3901718" cy="479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1C52F-B0FA-F647-8D9A-CCBB9DDFA68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425B-B8C5-F940-8E70-2B544615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65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56" y="402484"/>
            <a:ext cx="7918192" cy="14611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57" y="1853171"/>
            <a:ext cx="3883787" cy="908210"/>
          </a:xfrm>
        </p:spPr>
        <p:txBody>
          <a:bodyPr anchor="b"/>
          <a:lstStyle>
            <a:lvl1pPr marL="0" indent="0">
              <a:buNone/>
              <a:defRPr sz="2410" b="1"/>
            </a:lvl1pPr>
            <a:lvl2pPr marL="459029" indent="0">
              <a:buNone/>
              <a:defRPr sz="2008" b="1"/>
            </a:lvl2pPr>
            <a:lvl3pPr marL="918058" indent="0">
              <a:buNone/>
              <a:defRPr sz="1807" b="1"/>
            </a:lvl3pPr>
            <a:lvl4pPr marL="1377086" indent="0">
              <a:buNone/>
              <a:defRPr sz="1606" b="1"/>
            </a:lvl4pPr>
            <a:lvl5pPr marL="1836115" indent="0">
              <a:buNone/>
              <a:defRPr sz="1606" b="1"/>
            </a:lvl5pPr>
            <a:lvl6pPr marL="2295144" indent="0">
              <a:buNone/>
              <a:defRPr sz="1606" b="1"/>
            </a:lvl6pPr>
            <a:lvl7pPr marL="2754173" indent="0">
              <a:buNone/>
              <a:defRPr sz="1606" b="1"/>
            </a:lvl7pPr>
            <a:lvl8pPr marL="3213202" indent="0">
              <a:buNone/>
              <a:defRPr sz="1606" b="1"/>
            </a:lvl8pPr>
            <a:lvl9pPr marL="3672230" indent="0">
              <a:buNone/>
              <a:defRPr sz="160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57" y="2761381"/>
            <a:ext cx="3883787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635" y="1853171"/>
            <a:ext cx="3902914" cy="908210"/>
          </a:xfrm>
        </p:spPr>
        <p:txBody>
          <a:bodyPr anchor="b"/>
          <a:lstStyle>
            <a:lvl1pPr marL="0" indent="0">
              <a:buNone/>
              <a:defRPr sz="2410" b="1"/>
            </a:lvl1pPr>
            <a:lvl2pPr marL="459029" indent="0">
              <a:buNone/>
              <a:defRPr sz="2008" b="1"/>
            </a:lvl2pPr>
            <a:lvl3pPr marL="918058" indent="0">
              <a:buNone/>
              <a:defRPr sz="1807" b="1"/>
            </a:lvl3pPr>
            <a:lvl4pPr marL="1377086" indent="0">
              <a:buNone/>
              <a:defRPr sz="1606" b="1"/>
            </a:lvl4pPr>
            <a:lvl5pPr marL="1836115" indent="0">
              <a:buNone/>
              <a:defRPr sz="1606" b="1"/>
            </a:lvl5pPr>
            <a:lvl6pPr marL="2295144" indent="0">
              <a:buNone/>
              <a:defRPr sz="1606" b="1"/>
            </a:lvl6pPr>
            <a:lvl7pPr marL="2754173" indent="0">
              <a:buNone/>
              <a:defRPr sz="1606" b="1"/>
            </a:lvl7pPr>
            <a:lvl8pPr marL="3213202" indent="0">
              <a:buNone/>
              <a:defRPr sz="1606" b="1"/>
            </a:lvl8pPr>
            <a:lvl9pPr marL="3672230" indent="0">
              <a:buNone/>
              <a:defRPr sz="160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7635" y="2761381"/>
            <a:ext cx="3902914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1C52F-B0FA-F647-8D9A-CCBB9DDFA68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425B-B8C5-F940-8E70-2B544615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1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1C52F-B0FA-F647-8D9A-CCBB9DDFA68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425B-B8C5-F940-8E70-2B544615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75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1C52F-B0FA-F647-8D9A-CCBB9DDFA68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425B-B8C5-F940-8E70-2B544615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27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56" y="503978"/>
            <a:ext cx="2960954" cy="1763924"/>
          </a:xfrm>
        </p:spPr>
        <p:txBody>
          <a:bodyPr anchor="b"/>
          <a:lstStyle>
            <a:lvl1pPr>
              <a:defRPr sz="32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2914" y="1088455"/>
            <a:ext cx="4647635" cy="5372269"/>
          </a:xfrm>
        </p:spPr>
        <p:txBody>
          <a:bodyPr/>
          <a:lstStyle>
            <a:lvl1pPr>
              <a:defRPr sz="3213"/>
            </a:lvl1pPr>
            <a:lvl2pPr>
              <a:defRPr sz="2811"/>
            </a:lvl2pPr>
            <a:lvl3pPr>
              <a:defRPr sz="2410"/>
            </a:lvl3pPr>
            <a:lvl4pPr>
              <a:defRPr sz="2008"/>
            </a:lvl4pPr>
            <a:lvl5pPr>
              <a:defRPr sz="2008"/>
            </a:lvl5pPr>
            <a:lvl6pPr>
              <a:defRPr sz="2008"/>
            </a:lvl6pPr>
            <a:lvl7pPr>
              <a:defRPr sz="2008"/>
            </a:lvl7pPr>
            <a:lvl8pPr>
              <a:defRPr sz="2008"/>
            </a:lvl8pPr>
            <a:lvl9pPr>
              <a:defRPr sz="200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2356" y="2267902"/>
            <a:ext cx="2960954" cy="4201570"/>
          </a:xfrm>
        </p:spPr>
        <p:txBody>
          <a:bodyPr/>
          <a:lstStyle>
            <a:lvl1pPr marL="0" indent="0">
              <a:buNone/>
              <a:defRPr sz="1606"/>
            </a:lvl1pPr>
            <a:lvl2pPr marL="459029" indent="0">
              <a:buNone/>
              <a:defRPr sz="1406"/>
            </a:lvl2pPr>
            <a:lvl3pPr marL="918058" indent="0">
              <a:buNone/>
              <a:defRPr sz="1205"/>
            </a:lvl3pPr>
            <a:lvl4pPr marL="1377086" indent="0">
              <a:buNone/>
              <a:defRPr sz="1004"/>
            </a:lvl4pPr>
            <a:lvl5pPr marL="1836115" indent="0">
              <a:buNone/>
              <a:defRPr sz="1004"/>
            </a:lvl5pPr>
            <a:lvl6pPr marL="2295144" indent="0">
              <a:buNone/>
              <a:defRPr sz="1004"/>
            </a:lvl6pPr>
            <a:lvl7pPr marL="2754173" indent="0">
              <a:buNone/>
              <a:defRPr sz="1004"/>
            </a:lvl7pPr>
            <a:lvl8pPr marL="3213202" indent="0">
              <a:buNone/>
              <a:defRPr sz="1004"/>
            </a:lvl8pPr>
            <a:lvl9pPr marL="3672230" indent="0">
              <a:buNone/>
              <a:defRPr sz="10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1C52F-B0FA-F647-8D9A-CCBB9DDFA68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425B-B8C5-F940-8E70-2B544615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7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356" y="503978"/>
            <a:ext cx="2960954" cy="1763924"/>
          </a:xfrm>
        </p:spPr>
        <p:txBody>
          <a:bodyPr anchor="b"/>
          <a:lstStyle>
            <a:lvl1pPr>
              <a:defRPr sz="32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02914" y="1088455"/>
            <a:ext cx="4647635" cy="5372269"/>
          </a:xfrm>
        </p:spPr>
        <p:txBody>
          <a:bodyPr anchor="t"/>
          <a:lstStyle>
            <a:lvl1pPr marL="0" indent="0">
              <a:buNone/>
              <a:defRPr sz="3213"/>
            </a:lvl1pPr>
            <a:lvl2pPr marL="459029" indent="0">
              <a:buNone/>
              <a:defRPr sz="2811"/>
            </a:lvl2pPr>
            <a:lvl3pPr marL="918058" indent="0">
              <a:buNone/>
              <a:defRPr sz="2410"/>
            </a:lvl3pPr>
            <a:lvl4pPr marL="1377086" indent="0">
              <a:buNone/>
              <a:defRPr sz="2008"/>
            </a:lvl4pPr>
            <a:lvl5pPr marL="1836115" indent="0">
              <a:buNone/>
              <a:defRPr sz="2008"/>
            </a:lvl5pPr>
            <a:lvl6pPr marL="2295144" indent="0">
              <a:buNone/>
              <a:defRPr sz="2008"/>
            </a:lvl6pPr>
            <a:lvl7pPr marL="2754173" indent="0">
              <a:buNone/>
              <a:defRPr sz="2008"/>
            </a:lvl7pPr>
            <a:lvl8pPr marL="3213202" indent="0">
              <a:buNone/>
              <a:defRPr sz="2008"/>
            </a:lvl8pPr>
            <a:lvl9pPr marL="3672230" indent="0">
              <a:buNone/>
              <a:defRPr sz="200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2356" y="2267902"/>
            <a:ext cx="2960954" cy="4201570"/>
          </a:xfrm>
        </p:spPr>
        <p:txBody>
          <a:bodyPr/>
          <a:lstStyle>
            <a:lvl1pPr marL="0" indent="0">
              <a:buNone/>
              <a:defRPr sz="1606"/>
            </a:lvl1pPr>
            <a:lvl2pPr marL="459029" indent="0">
              <a:buNone/>
              <a:defRPr sz="1406"/>
            </a:lvl2pPr>
            <a:lvl3pPr marL="918058" indent="0">
              <a:buNone/>
              <a:defRPr sz="1205"/>
            </a:lvl3pPr>
            <a:lvl4pPr marL="1377086" indent="0">
              <a:buNone/>
              <a:defRPr sz="1004"/>
            </a:lvl4pPr>
            <a:lvl5pPr marL="1836115" indent="0">
              <a:buNone/>
              <a:defRPr sz="1004"/>
            </a:lvl5pPr>
            <a:lvl6pPr marL="2295144" indent="0">
              <a:buNone/>
              <a:defRPr sz="1004"/>
            </a:lvl6pPr>
            <a:lvl7pPr marL="2754173" indent="0">
              <a:buNone/>
              <a:defRPr sz="1004"/>
            </a:lvl7pPr>
            <a:lvl8pPr marL="3213202" indent="0">
              <a:buNone/>
              <a:defRPr sz="1004"/>
            </a:lvl8pPr>
            <a:lvl9pPr marL="3672230" indent="0">
              <a:buNone/>
              <a:defRPr sz="10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1C52F-B0FA-F647-8D9A-CCBB9DDFA68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425B-B8C5-F940-8E70-2B544615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70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1C52F-B0FA-F647-8D9A-CCBB9DDFA68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425B-B8C5-F940-8E70-2B544615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76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9805" y="402483"/>
            <a:ext cx="1979548" cy="640647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1161" y="402483"/>
            <a:ext cx="5823888" cy="64064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1C52F-B0FA-F647-8D9A-CCBB9DDFA68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425B-B8C5-F940-8E70-2B544615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7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1161" y="402484"/>
            <a:ext cx="7918192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1161" y="2012414"/>
            <a:ext cx="7918192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1160" y="7006700"/>
            <a:ext cx="206561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1C52F-B0FA-F647-8D9A-CCBB9DDFA68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1045" y="7006700"/>
            <a:ext cx="3098423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83738" y="7006700"/>
            <a:ext cx="206561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6425B-B8C5-F940-8E70-2B544615A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2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8058" rtl="0" eaLnBrk="1" latinLnBrk="0" hangingPunct="1">
        <a:lnSpc>
          <a:spcPct val="90000"/>
        </a:lnSpc>
        <a:spcBef>
          <a:spcPct val="0"/>
        </a:spcBef>
        <a:buNone/>
        <a:defRPr sz="44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514" indent="-229514" algn="l" defTabSz="918058" rtl="0" eaLnBrk="1" latinLnBrk="0" hangingPunct="1">
        <a:lnSpc>
          <a:spcPct val="90000"/>
        </a:lnSpc>
        <a:spcBef>
          <a:spcPts val="1004"/>
        </a:spcBef>
        <a:buFont typeface="Arial" panose="020B0604020202020204" pitchFamily="34" charset="0"/>
        <a:buChar char="•"/>
        <a:defRPr sz="2811" kern="1200">
          <a:solidFill>
            <a:schemeClr val="tx1"/>
          </a:solidFill>
          <a:latin typeface="+mn-lt"/>
          <a:ea typeface="+mn-ea"/>
          <a:cs typeface="+mn-cs"/>
        </a:defRPr>
      </a:lvl1pPr>
      <a:lvl2pPr marL="688543" indent="-229514" algn="l" defTabSz="918058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2410" kern="1200">
          <a:solidFill>
            <a:schemeClr val="tx1"/>
          </a:solidFill>
          <a:latin typeface="+mn-lt"/>
          <a:ea typeface="+mn-ea"/>
          <a:cs typeface="+mn-cs"/>
        </a:defRPr>
      </a:lvl2pPr>
      <a:lvl3pPr marL="1147572" indent="-229514" algn="l" defTabSz="918058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2008" kern="1200">
          <a:solidFill>
            <a:schemeClr val="tx1"/>
          </a:solidFill>
          <a:latin typeface="+mn-lt"/>
          <a:ea typeface="+mn-ea"/>
          <a:cs typeface="+mn-cs"/>
        </a:defRPr>
      </a:lvl3pPr>
      <a:lvl4pPr marL="1606601" indent="-229514" algn="l" defTabSz="918058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4pPr>
      <a:lvl5pPr marL="2065630" indent="-229514" algn="l" defTabSz="918058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5pPr>
      <a:lvl6pPr marL="2524658" indent="-229514" algn="l" defTabSz="918058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6pPr>
      <a:lvl7pPr marL="2983687" indent="-229514" algn="l" defTabSz="918058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7pPr>
      <a:lvl8pPr marL="3442716" indent="-229514" algn="l" defTabSz="918058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8pPr>
      <a:lvl9pPr marL="3901745" indent="-229514" algn="l" defTabSz="918058" rtl="0" eaLnBrk="1" latinLnBrk="0" hangingPunct="1">
        <a:lnSpc>
          <a:spcPct val="90000"/>
        </a:lnSpc>
        <a:spcBef>
          <a:spcPts val="502"/>
        </a:spcBef>
        <a:buFont typeface="Arial" panose="020B0604020202020204" pitchFamily="34" charset="0"/>
        <a:buChar char="•"/>
        <a:defRPr sz="1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8058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1pPr>
      <a:lvl2pPr marL="459029" algn="l" defTabSz="918058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2pPr>
      <a:lvl3pPr marL="918058" algn="l" defTabSz="918058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3pPr>
      <a:lvl4pPr marL="1377086" algn="l" defTabSz="918058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4pPr>
      <a:lvl5pPr marL="1836115" algn="l" defTabSz="918058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5pPr>
      <a:lvl6pPr marL="2295144" algn="l" defTabSz="918058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6pPr>
      <a:lvl7pPr marL="2754173" algn="l" defTabSz="918058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7pPr>
      <a:lvl8pPr marL="3213202" algn="l" defTabSz="918058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8pPr>
      <a:lvl9pPr marL="3672230" algn="l" defTabSz="918058" rtl="0" eaLnBrk="1" latinLnBrk="0" hangingPunct="1">
        <a:defRPr sz="1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3D694F-4CE9-FBC7-DFA0-74ECFB8821AE}"/>
              </a:ext>
            </a:extLst>
          </p:cNvPr>
          <p:cNvSpPr>
            <a:spLocks/>
          </p:cNvSpPr>
          <p:nvPr/>
        </p:nvSpPr>
        <p:spPr>
          <a:xfrm>
            <a:off x="-92416" y="82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1F4B2F-7BEE-9560-5969-C2C203E72D8B}"/>
              </a:ext>
            </a:extLst>
          </p:cNvPr>
          <p:cNvSpPr>
            <a:spLocks/>
          </p:cNvSpPr>
          <p:nvPr/>
        </p:nvSpPr>
        <p:spPr>
          <a:xfrm>
            <a:off x="627584" y="82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4F182A-B4A8-4EAB-9B1E-369B55571DB7}"/>
              </a:ext>
            </a:extLst>
          </p:cNvPr>
          <p:cNvSpPr>
            <a:spLocks/>
          </p:cNvSpPr>
          <p:nvPr/>
        </p:nvSpPr>
        <p:spPr>
          <a:xfrm>
            <a:off x="1347583" y="82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884338-3E00-7BB8-FC46-85F3F61F93EB}"/>
              </a:ext>
            </a:extLst>
          </p:cNvPr>
          <p:cNvSpPr>
            <a:spLocks/>
          </p:cNvSpPr>
          <p:nvPr/>
        </p:nvSpPr>
        <p:spPr>
          <a:xfrm>
            <a:off x="-92416" y="1548343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8BB6C9-18BA-90C0-2002-911453D37D1A}"/>
              </a:ext>
            </a:extLst>
          </p:cNvPr>
          <p:cNvSpPr>
            <a:spLocks/>
          </p:cNvSpPr>
          <p:nvPr/>
        </p:nvSpPr>
        <p:spPr>
          <a:xfrm>
            <a:off x="1347583" y="1548343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22AF96-F246-BE0C-1605-DCAF2B5A3D38}"/>
              </a:ext>
            </a:extLst>
          </p:cNvPr>
          <p:cNvSpPr>
            <a:spLocks/>
          </p:cNvSpPr>
          <p:nvPr/>
        </p:nvSpPr>
        <p:spPr>
          <a:xfrm>
            <a:off x="627584" y="226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D46578-6520-F856-F31D-28E1B23F98E5}"/>
              </a:ext>
            </a:extLst>
          </p:cNvPr>
          <p:cNvSpPr>
            <a:spLocks/>
          </p:cNvSpPr>
          <p:nvPr/>
        </p:nvSpPr>
        <p:spPr>
          <a:xfrm>
            <a:off x="1347583" y="226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C31A3D-DB0E-3AF8-0234-3C778C3D111E}"/>
              </a:ext>
            </a:extLst>
          </p:cNvPr>
          <p:cNvSpPr>
            <a:spLocks/>
          </p:cNvSpPr>
          <p:nvPr/>
        </p:nvSpPr>
        <p:spPr>
          <a:xfrm>
            <a:off x="-92416" y="298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B636CE-EC5C-97B9-99DE-899886A9DEB5}"/>
              </a:ext>
            </a:extLst>
          </p:cNvPr>
          <p:cNvSpPr>
            <a:spLocks/>
          </p:cNvSpPr>
          <p:nvPr/>
        </p:nvSpPr>
        <p:spPr>
          <a:xfrm>
            <a:off x="627584" y="298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79342A-633A-CAFD-6CFA-4FEE9AAD3B7B}"/>
              </a:ext>
            </a:extLst>
          </p:cNvPr>
          <p:cNvSpPr>
            <a:spLocks/>
          </p:cNvSpPr>
          <p:nvPr/>
        </p:nvSpPr>
        <p:spPr>
          <a:xfrm>
            <a:off x="1347583" y="298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452DA0-4CCF-428A-C389-8D5DD00E6DF2}"/>
              </a:ext>
            </a:extLst>
          </p:cNvPr>
          <p:cNvSpPr>
            <a:spLocks/>
          </p:cNvSpPr>
          <p:nvPr/>
        </p:nvSpPr>
        <p:spPr>
          <a:xfrm>
            <a:off x="2067583" y="2988344"/>
            <a:ext cx="720000" cy="720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BA109B-E892-4BC9-605E-00CB3E78A873}"/>
              </a:ext>
            </a:extLst>
          </p:cNvPr>
          <p:cNvSpPr>
            <a:spLocks/>
          </p:cNvSpPr>
          <p:nvPr/>
        </p:nvSpPr>
        <p:spPr>
          <a:xfrm>
            <a:off x="4038860" y="82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DE6F12-E29C-44B7-4F51-0301A45C96B2}"/>
              </a:ext>
            </a:extLst>
          </p:cNvPr>
          <p:cNvSpPr>
            <a:spLocks/>
          </p:cNvSpPr>
          <p:nvPr/>
        </p:nvSpPr>
        <p:spPr>
          <a:xfrm>
            <a:off x="4758861" y="82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BDCB5A-D961-EC83-A649-3463A9AE9D3F}"/>
              </a:ext>
            </a:extLst>
          </p:cNvPr>
          <p:cNvSpPr>
            <a:spLocks/>
          </p:cNvSpPr>
          <p:nvPr/>
        </p:nvSpPr>
        <p:spPr>
          <a:xfrm>
            <a:off x="5478861" y="82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9CFDF2-74F8-20FB-F06A-A49E1A84D1CF}"/>
              </a:ext>
            </a:extLst>
          </p:cNvPr>
          <p:cNvSpPr>
            <a:spLocks/>
          </p:cNvSpPr>
          <p:nvPr/>
        </p:nvSpPr>
        <p:spPr>
          <a:xfrm>
            <a:off x="4038860" y="1548343"/>
            <a:ext cx="720000" cy="720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F2BBDE-0E84-E746-D945-16C22FC60BD5}"/>
              </a:ext>
            </a:extLst>
          </p:cNvPr>
          <p:cNvSpPr>
            <a:spLocks/>
          </p:cNvSpPr>
          <p:nvPr/>
        </p:nvSpPr>
        <p:spPr>
          <a:xfrm>
            <a:off x="5478861" y="1548343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9B87F5-0BB2-EF8D-3C37-E0FF08DF68C3}"/>
              </a:ext>
            </a:extLst>
          </p:cNvPr>
          <p:cNvSpPr>
            <a:spLocks/>
          </p:cNvSpPr>
          <p:nvPr/>
        </p:nvSpPr>
        <p:spPr>
          <a:xfrm>
            <a:off x="4758861" y="226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E62FB5-FAA1-5C0B-271A-0A42B5F8F957}"/>
              </a:ext>
            </a:extLst>
          </p:cNvPr>
          <p:cNvSpPr>
            <a:spLocks/>
          </p:cNvSpPr>
          <p:nvPr/>
        </p:nvSpPr>
        <p:spPr>
          <a:xfrm>
            <a:off x="5478861" y="226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6FE35E-D2E5-0AA8-3F47-97FD0D923DC2}"/>
              </a:ext>
            </a:extLst>
          </p:cNvPr>
          <p:cNvSpPr>
            <a:spLocks/>
          </p:cNvSpPr>
          <p:nvPr/>
        </p:nvSpPr>
        <p:spPr>
          <a:xfrm>
            <a:off x="4758861" y="298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FD7776-0573-2C18-7A19-E1D245EC2E94}"/>
              </a:ext>
            </a:extLst>
          </p:cNvPr>
          <p:cNvSpPr>
            <a:spLocks/>
          </p:cNvSpPr>
          <p:nvPr/>
        </p:nvSpPr>
        <p:spPr>
          <a:xfrm>
            <a:off x="5478861" y="298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A77DB22-D17F-0838-B891-56DF48EC0995}"/>
              </a:ext>
            </a:extLst>
          </p:cNvPr>
          <p:cNvSpPr>
            <a:spLocks/>
          </p:cNvSpPr>
          <p:nvPr/>
        </p:nvSpPr>
        <p:spPr>
          <a:xfrm>
            <a:off x="6198861" y="298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F443A0-BDE6-9470-C6B4-6D54CEEC6548}"/>
              </a:ext>
            </a:extLst>
          </p:cNvPr>
          <p:cNvSpPr txBox="1"/>
          <p:nvPr/>
        </p:nvSpPr>
        <p:spPr>
          <a:xfrm>
            <a:off x="-92417" y="-43157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E3D099-0544-4C14-4407-DAAC265AFE53}"/>
              </a:ext>
            </a:extLst>
          </p:cNvPr>
          <p:cNvSpPr txBox="1"/>
          <p:nvPr/>
        </p:nvSpPr>
        <p:spPr>
          <a:xfrm>
            <a:off x="627583" y="-43157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FEBB4F-9CFF-38D4-9453-1305DECA0C8F}"/>
              </a:ext>
            </a:extLst>
          </p:cNvPr>
          <p:cNvSpPr txBox="1"/>
          <p:nvPr/>
        </p:nvSpPr>
        <p:spPr>
          <a:xfrm>
            <a:off x="1347583" y="-43157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3F8EA4-D7D1-364B-3E2B-D7F5641E51DC}"/>
              </a:ext>
            </a:extLst>
          </p:cNvPr>
          <p:cNvSpPr txBox="1"/>
          <p:nvPr/>
        </p:nvSpPr>
        <p:spPr>
          <a:xfrm>
            <a:off x="2064923" y="-43157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DFEF04-7A1F-75E5-1D39-90C9A4563DE6}"/>
              </a:ext>
            </a:extLst>
          </p:cNvPr>
          <p:cNvSpPr txBox="1"/>
          <p:nvPr/>
        </p:nvSpPr>
        <p:spPr>
          <a:xfrm>
            <a:off x="4041520" y="-43157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88B7E1-49DB-A53F-A65C-4E7E8A8BFC09}"/>
              </a:ext>
            </a:extLst>
          </p:cNvPr>
          <p:cNvSpPr txBox="1"/>
          <p:nvPr/>
        </p:nvSpPr>
        <p:spPr>
          <a:xfrm>
            <a:off x="4761520" y="-43157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43E189-2C22-7A0B-81E7-20FB91C43CF7}"/>
              </a:ext>
            </a:extLst>
          </p:cNvPr>
          <p:cNvSpPr txBox="1"/>
          <p:nvPr/>
        </p:nvSpPr>
        <p:spPr>
          <a:xfrm>
            <a:off x="5481520" y="-43157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3F3E1C-8CD0-12BB-82F2-1A1814355C06}"/>
              </a:ext>
            </a:extLst>
          </p:cNvPr>
          <p:cNvSpPr txBox="1"/>
          <p:nvPr/>
        </p:nvSpPr>
        <p:spPr>
          <a:xfrm>
            <a:off x="6198860" y="-431576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AE0F68-714C-1408-8A2A-050FB155F964}"/>
              </a:ext>
            </a:extLst>
          </p:cNvPr>
          <p:cNvSpPr>
            <a:spLocks/>
          </p:cNvSpPr>
          <p:nvPr/>
        </p:nvSpPr>
        <p:spPr>
          <a:xfrm>
            <a:off x="7735911" y="828344"/>
            <a:ext cx="720000" cy="720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B27F273-5F03-A645-C22C-D7359210CB1C}"/>
              </a:ext>
            </a:extLst>
          </p:cNvPr>
          <p:cNvSpPr>
            <a:spLocks/>
          </p:cNvSpPr>
          <p:nvPr/>
        </p:nvSpPr>
        <p:spPr>
          <a:xfrm>
            <a:off x="7735911" y="167703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7816F0-BD9E-2FFE-5022-7CEB4A3B0314}"/>
              </a:ext>
            </a:extLst>
          </p:cNvPr>
          <p:cNvSpPr txBox="1"/>
          <p:nvPr/>
        </p:nvSpPr>
        <p:spPr>
          <a:xfrm>
            <a:off x="8633065" y="1003678"/>
            <a:ext cx="99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Privet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EE511B-2AC4-2C5A-E7A9-5A8AE0685A92}"/>
              </a:ext>
            </a:extLst>
          </p:cNvPr>
          <p:cNvSpPr txBox="1"/>
          <p:nvPr/>
        </p:nvSpPr>
        <p:spPr>
          <a:xfrm>
            <a:off x="8633074" y="1852364"/>
            <a:ext cx="1205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Privet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E0FC36-7317-1EDE-C331-F6C2B7594243}"/>
              </a:ext>
            </a:extLst>
          </p:cNvPr>
          <p:cNvSpPr>
            <a:spLocks/>
          </p:cNvSpPr>
          <p:nvPr/>
        </p:nvSpPr>
        <p:spPr>
          <a:xfrm>
            <a:off x="6196201" y="1548343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7716A1-E719-7E7C-2381-10BA5FAE9F78}"/>
              </a:ext>
            </a:extLst>
          </p:cNvPr>
          <p:cNvSpPr>
            <a:spLocks/>
          </p:cNvSpPr>
          <p:nvPr/>
        </p:nvSpPr>
        <p:spPr>
          <a:xfrm>
            <a:off x="6196201" y="2260168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6EADACD-957D-68A2-85AF-42A660D98D13}"/>
              </a:ext>
            </a:extLst>
          </p:cNvPr>
          <p:cNvSpPr>
            <a:spLocks/>
          </p:cNvSpPr>
          <p:nvPr/>
        </p:nvSpPr>
        <p:spPr>
          <a:xfrm>
            <a:off x="6193541" y="83652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95D4108-0AEB-3BB1-3843-1728EEEE5640}"/>
              </a:ext>
            </a:extLst>
          </p:cNvPr>
          <p:cNvSpPr>
            <a:spLocks/>
          </p:cNvSpPr>
          <p:nvPr/>
        </p:nvSpPr>
        <p:spPr>
          <a:xfrm>
            <a:off x="3870257" y="414917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D7AF7C8-9EF0-FDDA-405D-FF4C2C3D3156}"/>
              </a:ext>
            </a:extLst>
          </p:cNvPr>
          <p:cNvSpPr>
            <a:spLocks/>
          </p:cNvSpPr>
          <p:nvPr/>
        </p:nvSpPr>
        <p:spPr>
          <a:xfrm>
            <a:off x="4590257" y="414917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0BC71EF-18F4-723D-1F82-DF8CCC36DE30}"/>
              </a:ext>
            </a:extLst>
          </p:cNvPr>
          <p:cNvSpPr>
            <a:spLocks/>
          </p:cNvSpPr>
          <p:nvPr/>
        </p:nvSpPr>
        <p:spPr>
          <a:xfrm>
            <a:off x="4590257" y="4869169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3511DA6-3A5F-50C3-52D2-2F122A14EFEF}"/>
              </a:ext>
            </a:extLst>
          </p:cNvPr>
          <p:cNvSpPr>
            <a:spLocks/>
          </p:cNvSpPr>
          <p:nvPr/>
        </p:nvSpPr>
        <p:spPr>
          <a:xfrm>
            <a:off x="3870257" y="5589169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EDB6D20-2976-DA87-1C4F-08CD0C7E70FE}"/>
              </a:ext>
            </a:extLst>
          </p:cNvPr>
          <p:cNvSpPr>
            <a:spLocks/>
          </p:cNvSpPr>
          <p:nvPr/>
        </p:nvSpPr>
        <p:spPr>
          <a:xfrm>
            <a:off x="4590257" y="5589169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ED7488C-DEA1-C8F5-4942-49CD72413383}"/>
              </a:ext>
            </a:extLst>
          </p:cNvPr>
          <p:cNvSpPr>
            <a:spLocks/>
          </p:cNvSpPr>
          <p:nvPr/>
        </p:nvSpPr>
        <p:spPr>
          <a:xfrm>
            <a:off x="3870257" y="630917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E947959-2B88-9039-A79F-B028C38B2D36}"/>
              </a:ext>
            </a:extLst>
          </p:cNvPr>
          <p:cNvSpPr>
            <a:spLocks/>
          </p:cNvSpPr>
          <p:nvPr/>
        </p:nvSpPr>
        <p:spPr>
          <a:xfrm>
            <a:off x="4590257" y="630917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4C13CAD-1412-8CCB-2D5C-D61856AB0AAC}"/>
              </a:ext>
            </a:extLst>
          </p:cNvPr>
          <p:cNvSpPr>
            <a:spLocks/>
          </p:cNvSpPr>
          <p:nvPr/>
        </p:nvSpPr>
        <p:spPr>
          <a:xfrm>
            <a:off x="5310257" y="630917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C9238B-29B9-D918-C31B-824E7BF7ED87}"/>
              </a:ext>
            </a:extLst>
          </p:cNvPr>
          <p:cNvSpPr txBox="1"/>
          <p:nvPr/>
        </p:nvSpPr>
        <p:spPr>
          <a:xfrm>
            <a:off x="3152917" y="377983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D40EE5-1F3F-4314-8E79-4620A2961340}"/>
              </a:ext>
            </a:extLst>
          </p:cNvPr>
          <p:cNvSpPr txBox="1"/>
          <p:nvPr/>
        </p:nvSpPr>
        <p:spPr>
          <a:xfrm>
            <a:off x="3872917" y="377983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7C1581-CCA5-67E6-3576-18C15CE87F85}"/>
              </a:ext>
            </a:extLst>
          </p:cNvPr>
          <p:cNvSpPr txBox="1"/>
          <p:nvPr/>
        </p:nvSpPr>
        <p:spPr>
          <a:xfrm>
            <a:off x="4592916" y="377983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06AAE2-9239-5704-880B-7F83A252601B}"/>
              </a:ext>
            </a:extLst>
          </p:cNvPr>
          <p:cNvSpPr txBox="1"/>
          <p:nvPr/>
        </p:nvSpPr>
        <p:spPr>
          <a:xfrm>
            <a:off x="5310257" y="377983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CC9EDC8-B43D-8119-B2DD-931FB10A3CAC}"/>
              </a:ext>
            </a:extLst>
          </p:cNvPr>
          <p:cNvSpPr>
            <a:spLocks/>
          </p:cNvSpPr>
          <p:nvPr/>
        </p:nvSpPr>
        <p:spPr>
          <a:xfrm>
            <a:off x="5319579" y="4845743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2F9D334-D616-3EAE-8D2D-6B899CF7592B}"/>
              </a:ext>
            </a:extLst>
          </p:cNvPr>
          <p:cNvSpPr>
            <a:spLocks/>
          </p:cNvSpPr>
          <p:nvPr/>
        </p:nvSpPr>
        <p:spPr>
          <a:xfrm>
            <a:off x="5319579" y="5577456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1D5AC1F-585F-F8EF-240A-4D483A98AEF5}"/>
              </a:ext>
            </a:extLst>
          </p:cNvPr>
          <p:cNvSpPr>
            <a:spLocks/>
          </p:cNvSpPr>
          <p:nvPr/>
        </p:nvSpPr>
        <p:spPr>
          <a:xfrm>
            <a:off x="5312917" y="4145082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0332CA5-E642-E7D4-C9DB-7DAAD01E8298}"/>
              </a:ext>
            </a:extLst>
          </p:cNvPr>
          <p:cNvSpPr>
            <a:spLocks/>
          </p:cNvSpPr>
          <p:nvPr/>
        </p:nvSpPr>
        <p:spPr>
          <a:xfrm>
            <a:off x="984924" y="414917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903C474-FFDB-7A7C-DC44-37C53912C56A}"/>
              </a:ext>
            </a:extLst>
          </p:cNvPr>
          <p:cNvSpPr>
            <a:spLocks/>
          </p:cNvSpPr>
          <p:nvPr/>
        </p:nvSpPr>
        <p:spPr>
          <a:xfrm>
            <a:off x="1704923" y="414917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297740B-1103-CBFF-3CBD-D57392DED3D9}"/>
              </a:ext>
            </a:extLst>
          </p:cNvPr>
          <p:cNvSpPr>
            <a:spLocks/>
          </p:cNvSpPr>
          <p:nvPr/>
        </p:nvSpPr>
        <p:spPr>
          <a:xfrm>
            <a:off x="2424924" y="414917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D8CF0ED-1FBE-BEC1-A18C-224FB9927DCD}"/>
              </a:ext>
            </a:extLst>
          </p:cNvPr>
          <p:cNvSpPr>
            <a:spLocks/>
          </p:cNvSpPr>
          <p:nvPr/>
        </p:nvSpPr>
        <p:spPr>
          <a:xfrm>
            <a:off x="984924" y="4869169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3009CEF-C598-FF92-1264-2736C14084ED}"/>
              </a:ext>
            </a:extLst>
          </p:cNvPr>
          <p:cNvSpPr>
            <a:spLocks/>
          </p:cNvSpPr>
          <p:nvPr/>
        </p:nvSpPr>
        <p:spPr>
          <a:xfrm>
            <a:off x="2424924" y="4869169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6DC268D-4261-C191-ABDF-759862D734AE}"/>
              </a:ext>
            </a:extLst>
          </p:cNvPr>
          <p:cNvSpPr>
            <a:spLocks/>
          </p:cNvSpPr>
          <p:nvPr/>
        </p:nvSpPr>
        <p:spPr>
          <a:xfrm>
            <a:off x="1704923" y="5589169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17E91EC-640D-FD42-1AB6-A666AE899606}"/>
              </a:ext>
            </a:extLst>
          </p:cNvPr>
          <p:cNvSpPr>
            <a:spLocks/>
          </p:cNvSpPr>
          <p:nvPr/>
        </p:nvSpPr>
        <p:spPr>
          <a:xfrm>
            <a:off x="2424924" y="5589169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2DF735C-14E1-526B-9E7D-B7ACBEEF6CF7}"/>
              </a:ext>
            </a:extLst>
          </p:cNvPr>
          <p:cNvSpPr>
            <a:spLocks/>
          </p:cNvSpPr>
          <p:nvPr/>
        </p:nvSpPr>
        <p:spPr>
          <a:xfrm>
            <a:off x="984924" y="630917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88150A8-3110-643F-C045-DD60B7488C7D}"/>
              </a:ext>
            </a:extLst>
          </p:cNvPr>
          <p:cNvSpPr>
            <a:spLocks/>
          </p:cNvSpPr>
          <p:nvPr/>
        </p:nvSpPr>
        <p:spPr>
          <a:xfrm>
            <a:off x="1704923" y="630917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4C0DDB9-5FCA-7E1B-7758-8A6269A5C69F}"/>
              </a:ext>
            </a:extLst>
          </p:cNvPr>
          <p:cNvSpPr>
            <a:spLocks/>
          </p:cNvSpPr>
          <p:nvPr/>
        </p:nvSpPr>
        <p:spPr>
          <a:xfrm>
            <a:off x="2424924" y="630917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4FAE289-4BF2-AF2F-C5AD-CCC4548C943C}"/>
              </a:ext>
            </a:extLst>
          </p:cNvPr>
          <p:cNvSpPr txBox="1"/>
          <p:nvPr/>
        </p:nvSpPr>
        <p:spPr>
          <a:xfrm>
            <a:off x="984924" y="377983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6F58ADE-CF28-87F3-0912-8C19DBA75E50}"/>
              </a:ext>
            </a:extLst>
          </p:cNvPr>
          <p:cNvSpPr txBox="1"/>
          <p:nvPr/>
        </p:nvSpPr>
        <p:spPr>
          <a:xfrm>
            <a:off x="1704923" y="377983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8F7CA4A-D04F-36C9-3FB7-8C65DA930E90}"/>
              </a:ext>
            </a:extLst>
          </p:cNvPr>
          <p:cNvSpPr txBox="1"/>
          <p:nvPr/>
        </p:nvSpPr>
        <p:spPr>
          <a:xfrm>
            <a:off x="2424924" y="3779837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33943AA-A90E-A29C-7554-35D0D770A951}"/>
              </a:ext>
            </a:extLst>
          </p:cNvPr>
          <p:cNvSpPr>
            <a:spLocks/>
          </p:cNvSpPr>
          <p:nvPr/>
        </p:nvSpPr>
        <p:spPr>
          <a:xfrm>
            <a:off x="2062263" y="828344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0576D47-879C-AF9D-6CFD-A33DBF6A1DC9}"/>
              </a:ext>
            </a:extLst>
          </p:cNvPr>
          <p:cNvSpPr>
            <a:spLocks/>
          </p:cNvSpPr>
          <p:nvPr/>
        </p:nvSpPr>
        <p:spPr>
          <a:xfrm>
            <a:off x="3154247" y="414917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77C256C-7CD3-70EB-4552-3874D3082CD4}"/>
              </a:ext>
            </a:extLst>
          </p:cNvPr>
          <p:cNvSpPr>
            <a:spLocks/>
          </p:cNvSpPr>
          <p:nvPr/>
        </p:nvSpPr>
        <p:spPr>
          <a:xfrm>
            <a:off x="-92416" y="2268344"/>
            <a:ext cx="720000" cy="720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5332AF9-79BE-CD54-0486-5B8F6A39BA19}"/>
              </a:ext>
            </a:extLst>
          </p:cNvPr>
          <p:cNvSpPr>
            <a:spLocks/>
          </p:cNvSpPr>
          <p:nvPr/>
        </p:nvSpPr>
        <p:spPr>
          <a:xfrm>
            <a:off x="630243" y="1548343"/>
            <a:ext cx="720000" cy="720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E7DA22A-CD5E-F93B-C934-EA9B78D3347B}"/>
              </a:ext>
            </a:extLst>
          </p:cNvPr>
          <p:cNvSpPr>
            <a:spLocks/>
          </p:cNvSpPr>
          <p:nvPr/>
        </p:nvSpPr>
        <p:spPr>
          <a:xfrm>
            <a:off x="4033542" y="2268344"/>
            <a:ext cx="727544" cy="720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E721C0D-2E18-A267-3B7A-9C244BA6432E}"/>
              </a:ext>
            </a:extLst>
          </p:cNvPr>
          <p:cNvSpPr>
            <a:spLocks/>
          </p:cNvSpPr>
          <p:nvPr/>
        </p:nvSpPr>
        <p:spPr>
          <a:xfrm>
            <a:off x="4036639" y="2988344"/>
            <a:ext cx="727544" cy="720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24AB8E0-AD08-7F9F-1D33-F395C78C3223}"/>
              </a:ext>
            </a:extLst>
          </p:cNvPr>
          <p:cNvSpPr>
            <a:spLocks/>
          </p:cNvSpPr>
          <p:nvPr/>
        </p:nvSpPr>
        <p:spPr>
          <a:xfrm>
            <a:off x="2065599" y="1537542"/>
            <a:ext cx="720000" cy="72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F61B94C-FBA0-E597-DE23-6C50C16D585E}"/>
              </a:ext>
            </a:extLst>
          </p:cNvPr>
          <p:cNvSpPr>
            <a:spLocks/>
          </p:cNvSpPr>
          <p:nvPr/>
        </p:nvSpPr>
        <p:spPr>
          <a:xfrm>
            <a:off x="2068696" y="2257542"/>
            <a:ext cx="720000" cy="720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961B1DE-C672-C710-18F9-93725A5AD57C}"/>
              </a:ext>
            </a:extLst>
          </p:cNvPr>
          <p:cNvSpPr>
            <a:spLocks/>
          </p:cNvSpPr>
          <p:nvPr/>
        </p:nvSpPr>
        <p:spPr>
          <a:xfrm>
            <a:off x="4753541" y="1544256"/>
            <a:ext cx="720000" cy="720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6075564-E34B-D3EC-B345-EA71CA304652}"/>
              </a:ext>
            </a:extLst>
          </p:cNvPr>
          <p:cNvSpPr>
            <a:spLocks/>
          </p:cNvSpPr>
          <p:nvPr/>
        </p:nvSpPr>
        <p:spPr>
          <a:xfrm>
            <a:off x="3146934" y="5589169"/>
            <a:ext cx="727544" cy="720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5E0B9DD-34BD-163E-44AC-88483FD2738F}"/>
              </a:ext>
            </a:extLst>
          </p:cNvPr>
          <p:cNvSpPr>
            <a:spLocks/>
          </p:cNvSpPr>
          <p:nvPr/>
        </p:nvSpPr>
        <p:spPr>
          <a:xfrm>
            <a:off x="3150031" y="6309170"/>
            <a:ext cx="727544" cy="72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218686-A8B9-7330-C23F-9C1C1D73C1C5}"/>
              </a:ext>
            </a:extLst>
          </p:cNvPr>
          <p:cNvSpPr>
            <a:spLocks/>
          </p:cNvSpPr>
          <p:nvPr/>
        </p:nvSpPr>
        <p:spPr>
          <a:xfrm>
            <a:off x="3146933" y="4869169"/>
            <a:ext cx="727544" cy="720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A775509-0942-2ED4-4B14-23218AB95257}"/>
              </a:ext>
            </a:extLst>
          </p:cNvPr>
          <p:cNvSpPr>
            <a:spLocks/>
          </p:cNvSpPr>
          <p:nvPr/>
        </p:nvSpPr>
        <p:spPr>
          <a:xfrm>
            <a:off x="3880911" y="4873258"/>
            <a:ext cx="727544" cy="720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525125F-A1EE-E4A2-A2FE-69CFFEED8D29}"/>
              </a:ext>
            </a:extLst>
          </p:cNvPr>
          <p:cNvSpPr>
            <a:spLocks/>
          </p:cNvSpPr>
          <p:nvPr/>
        </p:nvSpPr>
        <p:spPr>
          <a:xfrm>
            <a:off x="982266" y="5589169"/>
            <a:ext cx="727544" cy="720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5A5B928-F0CA-3A24-688D-D9FDF1B187A2}"/>
              </a:ext>
            </a:extLst>
          </p:cNvPr>
          <p:cNvSpPr>
            <a:spLocks/>
          </p:cNvSpPr>
          <p:nvPr/>
        </p:nvSpPr>
        <p:spPr>
          <a:xfrm>
            <a:off x="1679187" y="4865082"/>
            <a:ext cx="727544" cy="720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83347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53E3A3A-780A-E484-3008-7445A657CDB3}"/>
              </a:ext>
            </a:extLst>
          </p:cNvPr>
          <p:cNvGrpSpPr/>
          <p:nvPr/>
        </p:nvGrpSpPr>
        <p:grpSpPr>
          <a:xfrm>
            <a:off x="985735" y="2526061"/>
            <a:ext cx="130800" cy="1616400"/>
            <a:chOff x="1378630" y="734658"/>
            <a:chExt cx="130800" cy="161614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703627D-5AFE-85C8-D4E8-AEB58B30C734}"/>
                </a:ext>
              </a:extLst>
            </p:cNvPr>
            <p:cNvSpPr/>
            <p:nvPr/>
          </p:nvSpPr>
          <p:spPr>
            <a:xfrm flipH="1">
              <a:off x="1378630" y="734658"/>
              <a:ext cx="18000" cy="161614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5342116-45D5-A62D-E319-F418B2B974F1}"/>
                </a:ext>
              </a:extLst>
            </p:cNvPr>
            <p:cNvSpPr/>
            <p:nvPr/>
          </p:nvSpPr>
          <p:spPr>
            <a:xfrm flipH="1">
              <a:off x="1401190" y="734658"/>
              <a:ext cx="18000" cy="161614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89CB08A-91F0-FAE6-933E-6ECBFE2C2090}"/>
                </a:ext>
              </a:extLst>
            </p:cNvPr>
            <p:cNvSpPr/>
            <p:nvPr/>
          </p:nvSpPr>
          <p:spPr>
            <a:xfrm flipH="1">
              <a:off x="1423750" y="734658"/>
              <a:ext cx="18000" cy="16161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F8CF19F-60B0-9A9E-B24A-AA1A236EB0BD}"/>
                </a:ext>
              </a:extLst>
            </p:cNvPr>
            <p:cNvSpPr/>
            <p:nvPr/>
          </p:nvSpPr>
          <p:spPr>
            <a:xfrm flipH="1">
              <a:off x="1446310" y="734658"/>
              <a:ext cx="18000" cy="161614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029430C-E10D-7C4A-7BBD-0287BA31D3EC}"/>
                </a:ext>
              </a:extLst>
            </p:cNvPr>
            <p:cNvSpPr/>
            <p:nvPr/>
          </p:nvSpPr>
          <p:spPr>
            <a:xfrm flipH="1">
              <a:off x="1468870" y="734658"/>
              <a:ext cx="18000" cy="161614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C12B40C-98C6-38AB-2E50-6042F612E2D3}"/>
                </a:ext>
              </a:extLst>
            </p:cNvPr>
            <p:cNvSpPr/>
            <p:nvPr/>
          </p:nvSpPr>
          <p:spPr>
            <a:xfrm flipH="1">
              <a:off x="1491430" y="734658"/>
              <a:ext cx="18000" cy="1616149"/>
            </a:xfrm>
            <a:prstGeom prst="rect">
              <a:avLst/>
            </a:prstGeom>
            <a:noFill/>
            <a:ln w="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56A9F89-602E-F137-7655-1E446EF8DAA2}"/>
              </a:ext>
            </a:extLst>
          </p:cNvPr>
          <p:cNvSpPr txBox="1"/>
          <p:nvPr/>
        </p:nvSpPr>
        <p:spPr>
          <a:xfrm rot="16200000">
            <a:off x="716097" y="3907257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576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71734C-2B1F-DBC5-F8E9-760BC5B74E4A}"/>
              </a:ext>
            </a:extLst>
          </p:cNvPr>
          <p:cNvSpPr txBox="1"/>
          <p:nvPr/>
        </p:nvSpPr>
        <p:spPr>
          <a:xfrm>
            <a:off x="836502" y="2342368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3B85BF60-C4FB-DA02-F076-F9B0545CB650}"/>
              </a:ext>
            </a:extLst>
          </p:cNvPr>
          <p:cNvSpPr/>
          <p:nvPr/>
        </p:nvSpPr>
        <p:spPr>
          <a:xfrm>
            <a:off x="1131001" y="3226190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150C86-7DF9-F719-2631-225944C8C83E}"/>
              </a:ext>
            </a:extLst>
          </p:cNvPr>
          <p:cNvSpPr/>
          <p:nvPr/>
        </p:nvSpPr>
        <p:spPr>
          <a:xfrm flipH="1">
            <a:off x="1266815" y="2526068"/>
            <a:ext cx="45720" cy="161614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3E9C4E-5AF5-2FB5-C448-38E0E8730D08}"/>
              </a:ext>
            </a:extLst>
          </p:cNvPr>
          <p:cNvSpPr txBox="1"/>
          <p:nvPr/>
        </p:nvSpPr>
        <p:spPr>
          <a:xfrm rot="16200000">
            <a:off x="994658" y="3912253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576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FEB75F-1B17-4424-EE1E-440E67E13ADA}"/>
              </a:ext>
            </a:extLst>
          </p:cNvPr>
          <p:cNvSpPr txBox="1"/>
          <p:nvPr/>
        </p:nvSpPr>
        <p:spPr>
          <a:xfrm>
            <a:off x="1140606" y="2342368"/>
            <a:ext cx="298134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2E2937-EDAB-DE45-2157-E9BF62F8E485}"/>
              </a:ext>
            </a:extLst>
          </p:cNvPr>
          <p:cNvSpPr/>
          <p:nvPr/>
        </p:nvSpPr>
        <p:spPr>
          <a:xfrm flipH="1">
            <a:off x="1469558" y="2526068"/>
            <a:ext cx="45720" cy="161614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C80690-4E24-8EB9-A967-8E24ACE95312}"/>
              </a:ext>
            </a:extLst>
          </p:cNvPr>
          <p:cNvSpPr txBox="1"/>
          <p:nvPr/>
        </p:nvSpPr>
        <p:spPr>
          <a:xfrm rot="16200000">
            <a:off x="1197402" y="3912253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576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4113E9-6E48-7CC7-EA5A-07F37AD30117}"/>
              </a:ext>
            </a:extLst>
          </p:cNvPr>
          <p:cNvSpPr txBox="1"/>
          <p:nvPr/>
        </p:nvSpPr>
        <p:spPr>
          <a:xfrm>
            <a:off x="1343349" y="2342368"/>
            <a:ext cx="298134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0589F60-6E1E-894A-485C-70BE2AF4E0E6}"/>
              </a:ext>
            </a:extLst>
          </p:cNvPr>
          <p:cNvSpPr/>
          <p:nvPr/>
        </p:nvSpPr>
        <p:spPr>
          <a:xfrm>
            <a:off x="1328510" y="3226190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8CA4968C-D714-4F53-78CD-6F0E8F0C38C3}"/>
              </a:ext>
            </a:extLst>
          </p:cNvPr>
          <p:cNvSpPr/>
          <p:nvPr/>
        </p:nvSpPr>
        <p:spPr>
          <a:xfrm rot="5400000">
            <a:off x="1414881" y="4202964"/>
            <a:ext cx="154162" cy="113280"/>
          </a:xfrm>
          <a:prstGeom prst="rightArrow">
            <a:avLst>
              <a:gd name="adj1" fmla="val 49999"/>
              <a:gd name="adj2" fmla="val 71308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82025B-2294-E799-B4D4-925D36D6F91E}"/>
              </a:ext>
            </a:extLst>
          </p:cNvPr>
          <p:cNvSpPr/>
          <p:nvPr/>
        </p:nvSpPr>
        <p:spPr>
          <a:xfrm flipH="1">
            <a:off x="1469558" y="4487273"/>
            <a:ext cx="45720" cy="8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9D3BB7-99E3-9895-E313-893C5908B576}"/>
              </a:ext>
            </a:extLst>
          </p:cNvPr>
          <p:cNvSpPr txBox="1"/>
          <p:nvPr/>
        </p:nvSpPr>
        <p:spPr>
          <a:xfrm rot="16200000">
            <a:off x="1197402" y="5071930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288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E88C1E-8472-B804-0CE2-4F60895D1D62}"/>
              </a:ext>
            </a:extLst>
          </p:cNvPr>
          <p:cNvSpPr txBox="1"/>
          <p:nvPr/>
        </p:nvSpPr>
        <p:spPr>
          <a:xfrm>
            <a:off x="1343349" y="4303579"/>
            <a:ext cx="298134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DD851899-229F-27DA-38EF-553E18E76899}"/>
              </a:ext>
            </a:extLst>
          </p:cNvPr>
          <p:cNvSpPr/>
          <p:nvPr/>
        </p:nvSpPr>
        <p:spPr>
          <a:xfrm>
            <a:off x="1531828" y="4745596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511DA89-D0CE-DA3B-FF9F-5102DCF7FAC7}"/>
              </a:ext>
            </a:extLst>
          </p:cNvPr>
          <p:cNvSpPr/>
          <p:nvPr/>
        </p:nvSpPr>
        <p:spPr>
          <a:xfrm flipH="1">
            <a:off x="1672695" y="4487273"/>
            <a:ext cx="93600" cy="8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E01DE8-7179-EC73-416A-F713209BE1E2}"/>
              </a:ext>
            </a:extLst>
          </p:cNvPr>
          <p:cNvSpPr txBox="1"/>
          <p:nvPr/>
        </p:nvSpPr>
        <p:spPr>
          <a:xfrm>
            <a:off x="1525781" y="4303579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FE5C0496-7DC7-D1D3-9E8A-2E759310C35E}"/>
              </a:ext>
            </a:extLst>
          </p:cNvPr>
          <p:cNvSpPr/>
          <p:nvPr/>
        </p:nvSpPr>
        <p:spPr>
          <a:xfrm>
            <a:off x="1783665" y="4747978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82A366-FCB6-0A32-B0C4-1C158E612F20}"/>
              </a:ext>
            </a:extLst>
          </p:cNvPr>
          <p:cNvSpPr txBox="1"/>
          <p:nvPr/>
        </p:nvSpPr>
        <p:spPr>
          <a:xfrm rot="16200000">
            <a:off x="1408587" y="5071929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288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A92D98-08E5-692D-AD3F-E3A0C262A3C0}"/>
              </a:ext>
            </a:extLst>
          </p:cNvPr>
          <p:cNvSpPr/>
          <p:nvPr/>
        </p:nvSpPr>
        <p:spPr>
          <a:xfrm flipH="1">
            <a:off x="1925111" y="4482455"/>
            <a:ext cx="93600" cy="8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0716B1-E686-4A00-0EA3-0DC3882F6682}"/>
              </a:ext>
            </a:extLst>
          </p:cNvPr>
          <p:cNvSpPr txBox="1"/>
          <p:nvPr/>
        </p:nvSpPr>
        <p:spPr>
          <a:xfrm>
            <a:off x="1778198" y="4298761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6DC8E3-A1D4-6876-1AFC-68055ACA8131}"/>
              </a:ext>
            </a:extLst>
          </p:cNvPr>
          <p:cNvSpPr txBox="1"/>
          <p:nvPr/>
        </p:nvSpPr>
        <p:spPr>
          <a:xfrm rot="16200000">
            <a:off x="1661003" y="5067112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288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1AA6B902-11FE-1F4E-5A41-D4841AFC4DDB}"/>
              </a:ext>
            </a:extLst>
          </p:cNvPr>
          <p:cNvSpPr/>
          <p:nvPr/>
        </p:nvSpPr>
        <p:spPr>
          <a:xfrm rot="5400000">
            <a:off x="1899451" y="5374486"/>
            <a:ext cx="154162" cy="113280"/>
          </a:xfrm>
          <a:prstGeom prst="rightArrow">
            <a:avLst>
              <a:gd name="adj1" fmla="val 49999"/>
              <a:gd name="adj2" fmla="val 71308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1ADF53E-708D-B615-F752-5E3ACEFF84AF}"/>
              </a:ext>
            </a:extLst>
          </p:cNvPr>
          <p:cNvSpPr/>
          <p:nvPr/>
        </p:nvSpPr>
        <p:spPr>
          <a:xfrm flipH="1">
            <a:off x="1922147" y="5653985"/>
            <a:ext cx="93600" cy="4067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36BEEAB-FA58-F6EA-D438-04C70BDDC1E5}"/>
              </a:ext>
            </a:extLst>
          </p:cNvPr>
          <p:cNvSpPr txBox="1"/>
          <p:nvPr/>
        </p:nvSpPr>
        <p:spPr>
          <a:xfrm>
            <a:off x="1774749" y="5471899"/>
            <a:ext cx="380689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</a:p>
        </p:txBody>
      </p:sp>
      <p:sp>
        <p:nvSpPr>
          <p:cNvPr id="60" name="Right Arrow 59">
            <a:extLst>
              <a:ext uri="{FF2B5EF4-FFF2-40B4-BE49-F238E27FC236}">
                <a16:creationId xmlns:a16="http://schemas.microsoft.com/office/drawing/2014/main" id="{3F6780D4-9EE9-20DC-8217-C823E1F0ACD5}"/>
              </a:ext>
            </a:extLst>
          </p:cNvPr>
          <p:cNvSpPr/>
          <p:nvPr/>
        </p:nvSpPr>
        <p:spPr>
          <a:xfrm>
            <a:off x="2026968" y="5763833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AA123F0-5620-7ED0-7283-2582BDC71AE4}"/>
              </a:ext>
            </a:extLst>
          </p:cNvPr>
          <p:cNvSpPr/>
          <p:nvPr/>
        </p:nvSpPr>
        <p:spPr>
          <a:xfrm flipH="1">
            <a:off x="2166889" y="5658803"/>
            <a:ext cx="180000" cy="4067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7518346-F327-9FE7-C2D4-5DF61CAB4623}"/>
              </a:ext>
            </a:extLst>
          </p:cNvPr>
          <p:cNvSpPr txBox="1"/>
          <p:nvPr/>
        </p:nvSpPr>
        <p:spPr>
          <a:xfrm>
            <a:off x="2070030" y="5473624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256</a:t>
            </a:r>
          </a:p>
        </p:txBody>
      </p:sp>
      <p:sp>
        <p:nvSpPr>
          <p:cNvPr id="63" name="Right Arrow 62">
            <a:extLst>
              <a:ext uri="{FF2B5EF4-FFF2-40B4-BE49-F238E27FC236}">
                <a16:creationId xmlns:a16="http://schemas.microsoft.com/office/drawing/2014/main" id="{AF8A9FA8-0490-9C49-1A93-96925AE34FC5}"/>
              </a:ext>
            </a:extLst>
          </p:cNvPr>
          <p:cNvSpPr/>
          <p:nvPr/>
        </p:nvSpPr>
        <p:spPr>
          <a:xfrm>
            <a:off x="2368643" y="5766216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A516B38-197D-52E4-A2F7-CFDB01DE19E9}"/>
              </a:ext>
            </a:extLst>
          </p:cNvPr>
          <p:cNvSpPr txBox="1"/>
          <p:nvPr/>
        </p:nvSpPr>
        <p:spPr>
          <a:xfrm rot="16200000">
            <a:off x="1652396" y="5837336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144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276BB50-BA1B-6815-1669-5C553D983C17}"/>
              </a:ext>
            </a:extLst>
          </p:cNvPr>
          <p:cNvSpPr/>
          <p:nvPr/>
        </p:nvSpPr>
        <p:spPr>
          <a:xfrm flipH="1">
            <a:off x="2519002" y="5653043"/>
            <a:ext cx="180000" cy="4067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191727-5F02-060E-3A0F-04FD5DD20644}"/>
              </a:ext>
            </a:extLst>
          </p:cNvPr>
          <p:cNvSpPr txBox="1"/>
          <p:nvPr/>
        </p:nvSpPr>
        <p:spPr>
          <a:xfrm>
            <a:off x="2422703" y="5472054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E2D337-70E5-54B1-3C58-240A7DD22764}"/>
              </a:ext>
            </a:extLst>
          </p:cNvPr>
          <p:cNvSpPr txBox="1"/>
          <p:nvPr/>
        </p:nvSpPr>
        <p:spPr>
          <a:xfrm rot="16200000">
            <a:off x="1899883" y="5924345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144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E5F4859-C716-325D-E0AA-84D3D95B303C}"/>
              </a:ext>
            </a:extLst>
          </p:cNvPr>
          <p:cNvSpPr txBox="1"/>
          <p:nvPr/>
        </p:nvSpPr>
        <p:spPr>
          <a:xfrm rot="16200000">
            <a:off x="2252345" y="5930619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144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75D2D159-25EC-80BB-B1A1-5B7454FEF76C}"/>
              </a:ext>
            </a:extLst>
          </p:cNvPr>
          <p:cNvSpPr/>
          <p:nvPr/>
        </p:nvSpPr>
        <p:spPr>
          <a:xfrm rot="5400000">
            <a:off x="2531919" y="6107099"/>
            <a:ext cx="154162" cy="113280"/>
          </a:xfrm>
          <a:prstGeom prst="rightArrow">
            <a:avLst>
              <a:gd name="adj1" fmla="val 49999"/>
              <a:gd name="adj2" fmla="val 71308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CCC5412-77CC-450E-7C62-CB01C73AA958}"/>
              </a:ext>
            </a:extLst>
          </p:cNvPr>
          <p:cNvSpPr/>
          <p:nvPr/>
        </p:nvSpPr>
        <p:spPr>
          <a:xfrm flipH="1">
            <a:off x="2519002" y="6387740"/>
            <a:ext cx="180000" cy="2196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88D109C-45E1-52C4-0FD3-6BD7BEBA333F}"/>
              </a:ext>
            </a:extLst>
          </p:cNvPr>
          <p:cNvSpPr txBox="1"/>
          <p:nvPr/>
        </p:nvSpPr>
        <p:spPr>
          <a:xfrm>
            <a:off x="2422703" y="6206758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7F610F4-A93E-6D7F-47E1-A09C47957970}"/>
              </a:ext>
            </a:extLst>
          </p:cNvPr>
          <p:cNvSpPr txBox="1"/>
          <p:nvPr/>
        </p:nvSpPr>
        <p:spPr>
          <a:xfrm rot="16200000">
            <a:off x="2250848" y="6393801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72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B2A552-08E4-CDB0-88A4-7935433DD20E}"/>
              </a:ext>
            </a:extLst>
          </p:cNvPr>
          <p:cNvSpPr/>
          <p:nvPr/>
        </p:nvSpPr>
        <p:spPr>
          <a:xfrm flipH="1">
            <a:off x="2868501" y="6387740"/>
            <a:ext cx="359999" cy="2196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9941BE1-AB10-FC2E-6D4F-56BEF87E580B}"/>
              </a:ext>
            </a:extLst>
          </p:cNvPr>
          <p:cNvSpPr txBox="1"/>
          <p:nvPr/>
        </p:nvSpPr>
        <p:spPr>
          <a:xfrm>
            <a:off x="2873207" y="6206758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FC460EF-20F7-AEFB-2C9B-C69D4A7AA1C2}"/>
              </a:ext>
            </a:extLst>
          </p:cNvPr>
          <p:cNvSpPr txBox="1"/>
          <p:nvPr/>
        </p:nvSpPr>
        <p:spPr>
          <a:xfrm rot="16200000">
            <a:off x="2605106" y="6487299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72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ight Arrow 87">
            <a:extLst>
              <a:ext uri="{FF2B5EF4-FFF2-40B4-BE49-F238E27FC236}">
                <a16:creationId xmlns:a16="http://schemas.microsoft.com/office/drawing/2014/main" id="{FC019843-288D-A3D7-C47F-B57EC16DEB3A}"/>
              </a:ext>
            </a:extLst>
          </p:cNvPr>
          <p:cNvSpPr/>
          <p:nvPr/>
        </p:nvSpPr>
        <p:spPr>
          <a:xfrm>
            <a:off x="2720929" y="6406575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6C9C621-839B-CEEA-E1D8-4C2DA098A9C7}"/>
              </a:ext>
            </a:extLst>
          </p:cNvPr>
          <p:cNvSpPr/>
          <p:nvPr/>
        </p:nvSpPr>
        <p:spPr>
          <a:xfrm flipH="1">
            <a:off x="3402374" y="6387740"/>
            <a:ext cx="359999" cy="2196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6CC8179-8F4C-1D91-EFDA-318D9434C147}"/>
              </a:ext>
            </a:extLst>
          </p:cNvPr>
          <p:cNvSpPr txBox="1"/>
          <p:nvPr/>
        </p:nvSpPr>
        <p:spPr>
          <a:xfrm>
            <a:off x="3401764" y="6206758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459D795A-73F0-5E36-7220-32D42F6F3161}"/>
              </a:ext>
            </a:extLst>
          </p:cNvPr>
          <p:cNvSpPr/>
          <p:nvPr/>
        </p:nvSpPr>
        <p:spPr>
          <a:xfrm>
            <a:off x="3254803" y="6406575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E84BA724-DB01-5401-06F6-528ADD3B9FBB}"/>
              </a:ext>
            </a:extLst>
          </p:cNvPr>
          <p:cNvSpPr/>
          <p:nvPr/>
        </p:nvSpPr>
        <p:spPr>
          <a:xfrm rot="5400000">
            <a:off x="3500348" y="6669672"/>
            <a:ext cx="154162" cy="113280"/>
          </a:xfrm>
          <a:prstGeom prst="rightArrow">
            <a:avLst>
              <a:gd name="adj1" fmla="val 49999"/>
              <a:gd name="adj2" fmla="val 71308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5DD9058-491B-4589-F356-5DF4FBA632B5}"/>
              </a:ext>
            </a:extLst>
          </p:cNvPr>
          <p:cNvSpPr/>
          <p:nvPr/>
        </p:nvSpPr>
        <p:spPr>
          <a:xfrm flipH="1">
            <a:off x="3402373" y="6947550"/>
            <a:ext cx="359999" cy="10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D0CAC00-7A58-A265-39FB-BADCC16DFD33}"/>
              </a:ext>
            </a:extLst>
          </p:cNvPr>
          <p:cNvSpPr txBox="1"/>
          <p:nvPr/>
        </p:nvSpPr>
        <p:spPr>
          <a:xfrm rot="16200000">
            <a:off x="3138979" y="6487299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72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7832080-7AFD-9BB3-7229-0949DC5B31BF}"/>
              </a:ext>
            </a:extLst>
          </p:cNvPr>
          <p:cNvSpPr txBox="1"/>
          <p:nvPr/>
        </p:nvSpPr>
        <p:spPr>
          <a:xfrm rot="16200000">
            <a:off x="3137898" y="6844045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ight Arrow 97">
            <a:extLst>
              <a:ext uri="{FF2B5EF4-FFF2-40B4-BE49-F238E27FC236}">
                <a16:creationId xmlns:a16="http://schemas.microsoft.com/office/drawing/2014/main" id="{CD1FF3CF-51D7-8822-C0A1-9A4E245223AF}"/>
              </a:ext>
            </a:extLst>
          </p:cNvPr>
          <p:cNvSpPr/>
          <p:nvPr/>
        </p:nvSpPr>
        <p:spPr>
          <a:xfrm>
            <a:off x="3809199" y="6920278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75FDB31-B8AB-E418-4AA5-363375C37BFB}"/>
              </a:ext>
            </a:extLst>
          </p:cNvPr>
          <p:cNvSpPr txBox="1"/>
          <p:nvPr/>
        </p:nvSpPr>
        <p:spPr>
          <a:xfrm>
            <a:off x="3388671" y="6770375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5E13743-BD03-B6A6-CC3B-1A74CD7DE08C}"/>
              </a:ext>
            </a:extLst>
          </p:cNvPr>
          <p:cNvSpPr/>
          <p:nvPr/>
        </p:nvSpPr>
        <p:spPr>
          <a:xfrm flipH="1">
            <a:off x="3955239" y="6943556"/>
            <a:ext cx="720000" cy="10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2C95B9B-560B-C070-D844-166BF115D7D3}"/>
              </a:ext>
            </a:extLst>
          </p:cNvPr>
          <p:cNvSpPr txBox="1"/>
          <p:nvPr/>
        </p:nvSpPr>
        <p:spPr>
          <a:xfrm rot="16200000">
            <a:off x="3699050" y="6994884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9F98AAB-8127-6DDF-6129-608B1192E874}"/>
              </a:ext>
            </a:extLst>
          </p:cNvPr>
          <p:cNvSpPr txBox="1"/>
          <p:nvPr/>
        </p:nvSpPr>
        <p:spPr>
          <a:xfrm>
            <a:off x="4100458" y="6765239"/>
            <a:ext cx="43047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1024</a:t>
            </a:r>
          </a:p>
        </p:txBody>
      </p:sp>
      <p:sp>
        <p:nvSpPr>
          <p:cNvPr id="103" name="Right Arrow 102">
            <a:extLst>
              <a:ext uri="{FF2B5EF4-FFF2-40B4-BE49-F238E27FC236}">
                <a16:creationId xmlns:a16="http://schemas.microsoft.com/office/drawing/2014/main" id="{77E68303-8E5A-6233-43AF-5B401A7E19A0}"/>
              </a:ext>
            </a:extLst>
          </p:cNvPr>
          <p:cNvSpPr/>
          <p:nvPr/>
        </p:nvSpPr>
        <p:spPr>
          <a:xfrm>
            <a:off x="4722117" y="6920278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95CD309-F4C6-39BF-668F-377D8396E286}"/>
              </a:ext>
            </a:extLst>
          </p:cNvPr>
          <p:cNvSpPr/>
          <p:nvPr/>
        </p:nvSpPr>
        <p:spPr>
          <a:xfrm flipH="1">
            <a:off x="4889889" y="6943556"/>
            <a:ext cx="720000" cy="10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C2F0044-C10A-265F-AC33-93C381F1C645}"/>
              </a:ext>
            </a:extLst>
          </p:cNvPr>
          <p:cNvSpPr txBox="1"/>
          <p:nvPr/>
        </p:nvSpPr>
        <p:spPr>
          <a:xfrm rot="16200000">
            <a:off x="4622601" y="6994884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B2F86D2-331B-B755-B84C-0FBE64FC9A3E}"/>
              </a:ext>
            </a:extLst>
          </p:cNvPr>
          <p:cNvSpPr txBox="1"/>
          <p:nvPr/>
        </p:nvSpPr>
        <p:spPr>
          <a:xfrm>
            <a:off x="5029323" y="6765239"/>
            <a:ext cx="43047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1024</a:t>
            </a:r>
          </a:p>
        </p:txBody>
      </p:sp>
      <p:sp>
        <p:nvSpPr>
          <p:cNvPr id="107" name="Right Arrow 106">
            <a:extLst>
              <a:ext uri="{FF2B5EF4-FFF2-40B4-BE49-F238E27FC236}">
                <a16:creationId xmlns:a16="http://schemas.microsoft.com/office/drawing/2014/main" id="{92632378-5AEF-07AF-5AFE-44EA7B672759}"/>
              </a:ext>
            </a:extLst>
          </p:cNvPr>
          <p:cNvSpPr/>
          <p:nvPr/>
        </p:nvSpPr>
        <p:spPr>
          <a:xfrm rot="16200000">
            <a:off x="5174492" y="6669673"/>
            <a:ext cx="154162" cy="113280"/>
          </a:xfrm>
          <a:prstGeom prst="rightArrow">
            <a:avLst>
              <a:gd name="adj1" fmla="val 49999"/>
              <a:gd name="adj2" fmla="val 7130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9C19A78-66D6-7735-D180-99E16DAD3242}"/>
              </a:ext>
            </a:extLst>
          </p:cNvPr>
          <p:cNvSpPr/>
          <p:nvPr/>
        </p:nvSpPr>
        <p:spPr>
          <a:xfrm flipH="1">
            <a:off x="5061475" y="6377531"/>
            <a:ext cx="359999" cy="2196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E86D503-E085-4472-9F9D-6527032FAEC1}"/>
              </a:ext>
            </a:extLst>
          </p:cNvPr>
          <p:cNvSpPr/>
          <p:nvPr/>
        </p:nvSpPr>
        <p:spPr>
          <a:xfrm flipH="1">
            <a:off x="4702387" y="6377531"/>
            <a:ext cx="359999" cy="219600"/>
          </a:xfrm>
          <a:prstGeom prst="rect">
            <a:avLst/>
          </a:prstGeom>
          <a:solidFill>
            <a:schemeClr val="bg2">
              <a:lumMod val="75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ight Arrow 112">
            <a:extLst>
              <a:ext uri="{FF2B5EF4-FFF2-40B4-BE49-F238E27FC236}">
                <a16:creationId xmlns:a16="http://schemas.microsoft.com/office/drawing/2014/main" id="{0B173EAF-5601-B4AE-3B5B-60AD79B93B7C}"/>
              </a:ext>
            </a:extLst>
          </p:cNvPr>
          <p:cNvSpPr/>
          <p:nvPr/>
        </p:nvSpPr>
        <p:spPr>
          <a:xfrm>
            <a:off x="3797256" y="6452258"/>
            <a:ext cx="877333" cy="90240"/>
          </a:xfrm>
          <a:prstGeom prst="rightArrow">
            <a:avLst>
              <a:gd name="adj1" fmla="val 49999"/>
              <a:gd name="adj2" fmla="val 100016"/>
            </a:avLst>
          </a:prstGeom>
          <a:solidFill>
            <a:schemeClr val="tx2">
              <a:lumMod val="50000"/>
              <a:lumOff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E854654-383A-14A7-1D29-74B4FEA480AB}"/>
              </a:ext>
            </a:extLst>
          </p:cNvPr>
          <p:cNvSpPr txBox="1"/>
          <p:nvPr/>
        </p:nvSpPr>
        <p:spPr>
          <a:xfrm rot="16200000">
            <a:off x="4441653" y="6483246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72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A3AD843-E2AB-60C6-ADAB-BA09E4979251}"/>
              </a:ext>
            </a:extLst>
          </p:cNvPr>
          <p:cNvSpPr txBox="1"/>
          <p:nvPr/>
        </p:nvSpPr>
        <p:spPr>
          <a:xfrm>
            <a:off x="4841118" y="6214737"/>
            <a:ext cx="441093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1024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4FCFCB6-F9FC-D42D-1D1C-F0FC145F077C}"/>
              </a:ext>
            </a:extLst>
          </p:cNvPr>
          <p:cNvSpPr/>
          <p:nvPr/>
        </p:nvSpPr>
        <p:spPr>
          <a:xfrm flipH="1">
            <a:off x="5603116" y="6387740"/>
            <a:ext cx="359999" cy="2196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871899C-584B-FB3E-2308-3B496C76A313}"/>
              </a:ext>
            </a:extLst>
          </p:cNvPr>
          <p:cNvSpPr txBox="1"/>
          <p:nvPr/>
        </p:nvSpPr>
        <p:spPr>
          <a:xfrm>
            <a:off x="5590337" y="6206758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</a:p>
        </p:txBody>
      </p:sp>
      <p:sp>
        <p:nvSpPr>
          <p:cNvPr id="118" name="Right Arrow 117">
            <a:extLst>
              <a:ext uri="{FF2B5EF4-FFF2-40B4-BE49-F238E27FC236}">
                <a16:creationId xmlns:a16="http://schemas.microsoft.com/office/drawing/2014/main" id="{083569CF-2D40-6BC8-0920-B642F6F86087}"/>
              </a:ext>
            </a:extLst>
          </p:cNvPr>
          <p:cNvSpPr/>
          <p:nvPr/>
        </p:nvSpPr>
        <p:spPr>
          <a:xfrm>
            <a:off x="5454250" y="6406187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4E3CB51-C5A6-EB02-45FA-7A17A3421852}"/>
              </a:ext>
            </a:extLst>
          </p:cNvPr>
          <p:cNvSpPr txBox="1"/>
          <p:nvPr/>
        </p:nvSpPr>
        <p:spPr>
          <a:xfrm rot="16200000">
            <a:off x="5338426" y="6486911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72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12F2EC0-0907-A20C-39D1-EFAB1467CD81}"/>
              </a:ext>
            </a:extLst>
          </p:cNvPr>
          <p:cNvSpPr/>
          <p:nvPr/>
        </p:nvSpPr>
        <p:spPr>
          <a:xfrm flipH="1">
            <a:off x="6142475" y="6387965"/>
            <a:ext cx="359999" cy="2196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79938BA-8F59-F848-F39C-77DFA17A91BE}"/>
              </a:ext>
            </a:extLst>
          </p:cNvPr>
          <p:cNvSpPr txBox="1"/>
          <p:nvPr/>
        </p:nvSpPr>
        <p:spPr>
          <a:xfrm>
            <a:off x="6129695" y="6206983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</a:p>
        </p:txBody>
      </p:sp>
      <p:sp>
        <p:nvSpPr>
          <p:cNvPr id="122" name="Right Arrow 121">
            <a:extLst>
              <a:ext uri="{FF2B5EF4-FFF2-40B4-BE49-F238E27FC236}">
                <a16:creationId xmlns:a16="http://schemas.microsoft.com/office/drawing/2014/main" id="{E7954E82-7DF2-055A-0447-38305576DE33}"/>
              </a:ext>
            </a:extLst>
          </p:cNvPr>
          <p:cNvSpPr/>
          <p:nvPr/>
        </p:nvSpPr>
        <p:spPr>
          <a:xfrm>
            <a:off x="5993608" y="6406411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E50A962-4F8F-F382-300B-1CAF11C16108}"/>
              </a:ext>
            </a:extLst>
          </p:cNvPr>
          <p:cNvSpPr txBox="1"/>
          <p:nvPr/>
        </p:nvSpPr>
        <p:spPr>
          <a:xfrm rot="16200000">
            <a:off x="5877785" y="6487135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72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ight Arrow 123">
            <a:extLst>
              <a:ext uri="{FF2B5EF4-FFF2-40B4-BE49-F238E27FC236}">
                <a16:creationId xmlns:a16="http://schemas.microsoft.com/office/drawing/2014/main" id="{2B255FA6-6EDD-21B7-6EF0-1154A979B071}"/>
              </a:ext>
            </a:extLst>
          </p:cNvPr>
          <p:cNvSpPr/>
          <p:nvPr/>
        </p:nvSpPr>
        <p:spPr>
          <a:xfrm rot="16200000">
            <a:off x="6243719" y="6107097"/>
            <a:ext cx="154162" cy="113280"/>
          </a:xfrm>
          <a:prstGeom prst="rightArrow">
            <a:avLst>
              <a:gd name="adj1" fmla="val 49999"/>
              <a:gd name="adj2" fmla="val 7130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C4A9D15-5653-7819-D7B9-0244277E20AC}"/>
              </a:ext>
            </a:extLst>
          </p:cNvPr>
          <p:cNvSpPr/>
          <p:nvPr/>
        </p:nvSpPr>
        <p:spPr>
          <a:xfrm flipH="1">
            <a:off x="6225234" y="5641712"/>
            <a:ext cx="180000" cy="4067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7AD7EFD-F93B-1F17-1231-8804A1722A42}"/>
              </a:ext>
            </a:extLst>
          </p:cNvPr>
          <p:cNvSpPr/>
          <p:nvPr/>
        </p:nvSpPr>
        <p:spPr>
          <a:xfrm flipH="1">
            <a:off x="6047332" y="5641712"/>
            <a:ext cx="180000" cy="4067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17C5245-241E-50A6-0DFC-A2666F28D2B2}"/>
              </a:ext>
            </a:extLst>
          </p:cNvPr>
          <p:cNvSpPr txBox="1"/>
          <p:nvPr/>
        </p:nvSpPr>
        <p:spPr>
          <a:xfrm rot="16200000">
            <a:off x="5780707" y="5887708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144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ight Arrow 127">
            <a:extLst>
              <a:ext uri="{FF2B5EF4-FFF2-40B4-BE49-F238E27FC236}">
                <a16:creationId xmlns:a16="http://schemas.microsoft.com/office/drawing/2014/main" id="{05B2BAC9-1F79-95AC-5928-FF26F2CAAFDA}"/>
              </a:ext>
            </a:extLst>
          </p:cNvPr>
          <p:cNvSpPr/>
          <p:nvPr/>
        </p:nvSpPr>
        <p:spPr>
          <a:xfrm>
            <a:off x="2751893" y="5811771"/>
            <a:ext cx="3256515" cy="90001"/>
          </a:xfrm>
          <a:prstGeom prst="rightArrow">
            <a:avLst>
              <a:gd name="adj1" fmla="val 49999"/>
              <a:gd name="adj2" fmla="val 100016"/>
            </a:avLst>
          </a:prstGeom>
          <a:solidFill>
            <a:schemeClr val="tx2">
              <a:lumMod val="50000"/>
              <a:lumOff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B460ABF-2113-219F-94A1-A3B7C3BC9206}"/>
              </a:ext>
            </a:extLst>
          </p:cNvPr>
          <p:cNvSpPr txBox="1"/>
          <p:nvPr/>
        </p:nvSpPr>
        <p:spPr>
          <a:xfrm>
            <a:off x="6044134" y="5468755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95A3E61A-DC8F-18BA-A45C-A49C761DBECE}"/>
              </a:ext>
            </a:extLst>
          </p:cNvPr>
          <p:cNvSpPr/>
          <p:nvPr/>
        </p:nvSpPr>
        <p:spPr>
          <a:xfrm flipH="1">
            <a:off x="6980612" y="4484004"/>
            <a:ext cx="93600" cy="8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F2972C47-DEFA-2C0D-F505-A6E2DC18A0CE}"/>
              </a:ext>
            </a:extLst>
          </p:cNvPr>
          <p:cNvSpPr/>
          <p:nvPr/>
        </p:nvSpPr>
        <p:spPr>
          <a:xfrm flipH="1">
            <a:off x="6890611" y="4484004"/>
            <a:ext cx="93600" cy="81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F69DA42-E7A9-CEBD-E348-67B67321E121}"/>
              </a:ext>
            </a:extLst>
          </p:cNvPr>
          <p:cNvSpPr/>
          <p:nvPr/>
        </p:nvSpPr>
        <p:spPr>
          <a:xfrm flipH="1">
            <a:off x="6582444" y="5641712"/>
            <a:ext cx="180000" cy="4067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ight Arrow 132">
            <a:extLst>
              <a:ext uri="{FF2B5EF4-FFF2-40B4-BE49-F238E27FC236}">
                <a16:creationId xmlns:a16="http://schemas.microsoft.com/office/drawing/2014/main" id="{CFC47BAE-C30A-1B09-DBD8-2342A18DD9A4}"/>
              </a:ext>
            </a:extLst>
          </p:cNvPr>
          <p:cNvSpPr/>
          <p:nvPr/>
        </p:nvSpPr>
        <p:spPr>
          <a:xfrm>
            <a:off x="6428076" y="5763833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75707D7-92BB-6FB6-A843-20F28BFF93E4}"/>
              </a:ext>
            </a:extLst>
          </p:cNvPr>
          <p:cNvSpPr/>
          <p:nvPr/>
        </p:nvSpPr>
        <p:spPr>
          <a:xfrm flipH="1">
            <a:off x="6947280" y="5642728"/>
            <a:ext cx="180000" cy="4067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ight Arrow 134">
            <a:extLst>
              <a:ext uri="{FF2B5EF4-FFF2-40B4-BE49-F238E27FC236}">
                <a16:creationId xmlns:a16="http://schemas.microsoft.com/office/drawing/2014/main" id="{9BC4F225-D828-476C-4310-27FD373BECF0}"/>
              </a:ext>
            </a:extLst>
          </p:cNvPr>
          <p:cNvSpPr/>
          <p:nvPr/>
        </p:nvSpPr>
        <p:spPr>
          <a:xfrm>
            <a:off x="6792912" y="5764849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D40D105-9ABA-5D9A-B08B-F1075F65BA0D}"/>
              </a:ext>
            </a:extLst>
          </p:cNvPr>
          <p:cNvSpPr txBox="1"/>
          <p:nvPr/>
        </p:nvSpPr>
        <p:spPr>
          <a:xfrm>
            <a:off x="6486670" y="5471899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256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F755D88-C76D-81C9-C10D-A87CC8E25DD0}"/>
              </a:ext>
            </a:extLst>
          </p:cNvPr>
          <p:cNvSpPr txBox="1"/>
          <p:nvPr/>
        </p:nvSpPr>
        <p:spPr>
          <a:xfrm>
            <a:off x="6846887" y="5465803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256</a:t>
            </a:r>
          </a:p>
        </p:txBody>
      </p:sp>
      <p:sp>
        <p:nvSpPr>
          <p:cNvPr id="138" name="Right Arrow 137">
            <a:extLst>
              <a:ext uri="{FF2B5EF4-FFF2-40B4-BE49-F238E27FC236}">
                <a16:creationId xmlns:a16="http://schemas.microsoft.com/office/drawing/2014/main" id="{31FF06AA-AE65-1B15-A0C4-E6F221971827}"/>
              </a:ext>
            </a:extLst>
          </p:cNvPr>
          <p:cNvSpPr/>
          <p:nvPr/>
        </p:nvSpPr>
        <p:spPr>
          <a:xfrm rot="16200000">
            <a:off x="6960842" y="5362649"/>
            <a:ext cx="154162" cy="113280"/>
          </a:xfrm>
          <a:prstGeom prst="rightArrow">
            <a:avLst>
              <a:gd name="adj1" fmla="val 49999"/>
              <a:gd name="adj2" fmla="val 7130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ight Arrow 138">
            <a:extLst>
              <a:ext uri="{FF2B5EF4-FFF2-40B4-BE49-F238E27FC236}">
                <a16:creationId xmlns:a16="http://schemas.microsoft.com/office/drawing/2014/main" id="{708E8372-C245-1A3E-C39F-72F488B1AC0A}"/>
              </a:ext>
            </a:extLst>
          </p:cNvPr>
          <p:cNvSpPr/>
          <p:nvPr/>
        </p:nvSpPr>
        <p:spPr>
          <a:xfrm>
            <a:off x="2068127" y="4781870"/>
            <a:ext cx="4770765" cy="90001"/>
          </a:xfrm>
          <a:prstGeom prst="rightArrow">
            <a:avLst>
              <a:gd name="adj1" fmla="val 49999"/>
              <a:gd name="adj2" fmla="val 100016"/>
            </a:avLst>
          </a:prstGeom>
          <a:solidFill>
            <a:schemeClr val="tx2">
              <a:lumMod val="50000"/>
              <a:lumOff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CF279C8-AF56-3291-1686-A497697CB743}"/>
              </a:ext>
            </a:extLst>
          </p:cNvPr>
          <p:cNvSpPr txBox="1"/>
          <p:nvPr/>
        </p:nvSpPr>
        <p:spPr>
          <a:xfrm rot="16200000">
            <a:off x="6320151" y="5915506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144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16DD663-06F6-4937-48AC-F4F14513F0C3}"/>
              </a:ext>
            </a:extLst>
          </p:cNvPr>
          <p:cNvSpPr txBox="1"/>
          <p:nvPr/>
        </p:nvSpPr>
        <p:spPr>
          <a:xfrm rot="16200000">
            <a:off x="6683568" y="5914032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144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455428B-D25D-2B4A-F069-5EC2BD9C7B92}"/>
              </a:ext>
            </a:extLst>
          </p:cNvPr>
          <p:cNvSpPr txBox="1"/>
          <p:nvPr/>
        </p:nvSpPr>
        <p:spPr>
          <a:xfrm rot="16200000">
            <a:off x="6626768" y="5067113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288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EA57D3E-8252-521D-9039-CA48C7470A64}"/>
              </a:ext>
            </a:extLst>
          </p:cNvPr>
          <p:cNvSpPr txBox="1"/>
          <p:nvPr/>
        </p:nvSpPr>
        <p:spPr>
          <a:xfrm>
            <a:off x="6787739" y="4303927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256</a:t>
            </a:r>
          </a:p>
        </p:txBody>
      </p:sp>
      <p:sp>
        <p:nvSpPr>
          <p:cNvPr id="144" name="Right Arrow 143">
            <a:extLst>
              <a:ext uri="{FF2B5EF4-FFF2-40B4-BE49-F238E27FC236}">
                <a16:creationId xmlns:a16="http://schemas.microsoft.com/office/drawing/2014/main" id="{E350FBD4-1CAC-D689-851D-687A39FCFDDC}"/>
              </a:ext>
            </a:extLst>
          </p:cNvPr>
          <p:cNvSpPr/>
          <p:nvPr/>
        </p:nvSpPr>
        <p:spPr>
          <a:xfrm>
            <a:off x="7091945" y="4744249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AA95838-590F-0A83-B81B-6582E90AD973}"/>
              </a:ext>
            </a:extLst>
          </p:cNvPr>
          <p:cNvSpPr/>
          <p:nvPr/>
        </p:nvSpPr>
        <p:spPr>
          <a:xfrm flipH="1">
            <a:off x="7232812" y="4485926"/>
            <a:ext cx="93600" cy="8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5CB0C5E-127D-1A20-9118-2F2D468DFB92}"/>
              </a:ext>
            </a:extLst>
          </p:cNvPr>
          <p:cNvSpPr txBox="1"/>
          <p:nvPr/>
        </p:nvSpPr>
        <p:spPr>
          <a:xfrm>
            <a:off x="7085899" y="4302232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</a:p>
        </p:txBody>
      </p:sp>
      <p:sp>
        <p:nvSpPr>
          <p:cNvPr id="147" name="Right Arrow 146">
            <a:extLst>
              <a:ext uri="{FF2B5EF4-FFF2-40B4-BE49-F238E27FC236}">
                <a16:creationId xmlns:a16="http://schemas.microsoft.com/office/drawing/2014/main" id="{158B0649-9D9B-AF3B-A86D-F8FAED28D754}"/>
              </a:ext>
            </a:extLst>
          </p:cNvPr>
          <p:cNvSpPr/>
          <p:nvPr/>
        </p:nvSpPr>
        <p:spPr>
          <a:xfrm>
            <a:off x="7343782" y="4746632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A6EB94C-EE82-13C8-9913-0BC5351D5F78}"/>
              </a:ext>
            </a:extLst>
          </p:cNvPr>
          <p:cNvSpPr txBox="1"/>
          <p:nvPr/>
        </p:nvSpPr>
        <p:spPr>
          <a:xfrm rot="16200000">
            <a:off x="6968704" y="5070584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288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85DD414-3E1E-55E5-E866-D888A95FC721}"/>
              </a:ext>
            </a:extLst>
          </p:cNvPr>
          <p:cNvSpPr/>
          <p:nvPr/>
        </p:nvSpPr>
        <p:spPr>
          <a:xfrm flipH="1">
            <a:off x="7485228" y="4481109"/>
            <a:ext cx="93600" cy="8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4C977F3-1E2A-67E9-CDD8-FA6202CEF11E}"/>
              </a:ext>
            </a:extLst>
          </p:cNvPr>
          <p:cNvSpPr txBox="1"/>
          <p:nvPr/>
        </p:nvSpPr>
        <p:spPr>
          <a:xfrm>
            <a:off x="7338315" y="4297416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7882BDB-85F5-C44A-19FB-C91EF1BAC66A}"/>
              </a:ext>
            </a:extLst>
          </p:cNvPr>
          <p:cNvSpPr txBox="1"/>
          <p:nvPr/>
        </p:nvSpPr>
        <p:spPr>
          <a:xfrm rot="16200000">
            <a:off x="7221119" y="5065766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288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A81BBE5-235C-7660-5D07-A506F35E38AF}"/>
              </a:ext>
            </a:extLst>
          </p:cNvPr>
          <p:cNvSpPr txBox="1"/>
          <p:nvPr/>
        </p:nvSpPr>
        <p:spPr>
          <a:xfrm>
            <a:off x="7308386" y="2342368"/>
            <a:ext cx="38069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</a:p>
        </p:txBody>
      </p:sp>
      <p:sp>
        <p:nvSpPr>
          <p:cNvPr id="154" name="Right Arrow 153">
            <a:extLst>
              <a:ext uri="{FF2B5EF4-FFF2-40B4-BE49-F238E27FC236}">
                <a16:creationId xmlns:a16="http://schemas.microsoft.com/office/drawing/2014/main" id="{B4BA5015-BC41-182B-0EF9-F6E5F2777478}"/>
              </a:ext>
            </a:extLst>
          </p:cNvPr>
          <p:cNvSpPr/>
          <p:nvPr/>
        </p:nvSpPr>
        <p:spPr>
          <a:xfrm rot="16200000">
            <a:off x="7454647" y="4180439"/>
            <a:ext cx="154162" cy="113280"/>
          </a:xfrm>
          <a:prstGeom prst="rightArrow">
            <a:avLst>
              <a:gd name="adj1" fmla="val 49999"/>
              <a:gd name="adj2" fmla="val 7130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EFE58F1-E171-1625-7E08-B9F2D1C37364}"/>
              </a:ext>
            </a:extLst>
          </p:cNvPr>
          <p:cNvSpPr/>
          <p:nvPr/>
        </p:nvSpPr>
        <p:spPr>
          <a:xfrm flipH="1">
            <a:off x="7466769" y="2526068"/>
            <a:ext cx="45720" cy="161614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3BB1F18-2F46-4542-BD75-157FDBF7AB29}"/>
              </a:ext>
            </a:extLst>
          </p:cNvPr>
          <p:cNvSpPr txBox="1"/>
          <p:nvPr/>
        </p:nvSpPr>
        <p:spPr>
          <a:xfrm rot="16200000">
            <a:off x="7191438" y="3910510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576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EDB208D-05EC-0BBD-0800-0C85A9BE26D5}"/>
              </a:ext>
            </a:extLst>
          </p:cNvPr>
          <p:cNvSpPr/>
          <p:nvPr/>
        </p:nvSpPr>
        <p:spPr>
          <a:xfrm flipH="1">
            <a:off x="7510739" y="2526068"/>
            <a:ext cx="45720" cy="161614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ight Arrow 158">
            <a:extLst>
              <a:ext uri="{FF2B5EF4-FFF2-40B4-BE49-F238E27FC236}">
                <a16:creationId xmlns:a16="http://schemas.microsoft.com/office/drawing/2014/main" id="{5A780F13-7695-0F49-93A2-E3B81238CBCA}"/>
              </a:ext>
            </a:extLst>
          </p:cNvPr>
          <p:cNvSpPr/>
          <p:nvPr/>
        </p:nvSpPr>
        <p:spPr>
          <a:xfrm>
            <a:off x="1573083" y="3263650"/>
            <a:ext cx="5840202" cy="90001"/>
          </a:xfrm>
          <a:prstGeom prst="rightArrow">
            <a:avLst>
              <a:gd name="adj1" fmla="val 49999"/>
              <a:gd name="adj2" fmla="val 100016"/>
            </a:avLst>
          </a:prstGeom>
          <a:solidFill>
            <a:schemeClr val="tx2">
              <a:lumMod val="50000"/>
              <a:lumOff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0" name="Right Arrow 159">
            <a:extLst>
              <a:ext uri="{FF2B5EF4-FFF2-40B4-BE49-F238E27FC236}">
                <a16:creationId xmlns:a16="http://schemas.microsoft.com/office/drawing/2014/main" id="{156F1A1A-BABE-5A4C-BE99-68792094E0CF}"/>
              </a:ext>
            </a:extLst>
          </p:cNvPr>
          <p:cNvSpPr/>
          <p:nvPr/>
        </p:nvSpPr>
        <p:spPr>
          <a:xfrm>
            <a:off x="7576413" y="3226190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1DA884F-C35D-4D2A-4F4A-2BDB85B8E993}"/>
              </a:ext>
            </a:extLst>
          </p:cNvPr>
          <p:cNvSpPr/>
          <p:nvPr/>
        </p:nvSpPr>
        <p:spPr>
          <a:xfrm flipH="1">
            <a:off x="7712228" y="2526068"/>
            <a:ext cx="45720" cy="161614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0F03C6C-351E-D7EF-125C-205D2102A42D}"/>
              </a:ext>
            </a:extLst>
          </p:cNvPr>
          <p:cNvSpPr txBox="1"/>
          <p:nvPr/>
        </p:nvSpPr>
        <p:spPr>
          <a:xfrm rot="16200000">
            <a:off x="7440072" y="3912253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576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FAF35F6-95B7-2479-4E93-9C5F7769D0B0}"/>
              </a:ext>
            </a:extLst>
          </p:cNvPr>
          <p:cNvSpPr txBox="1"/>
          <p:nvPr/>
        </p:nvSpPr>
        <p:spPr>
          <a:xfrm>
            <a:off x="7586018" y="2342368"/>
            <a:ext cx="298134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A035ECE-B597-14A1-9B44-FE1786BAD5A7}"/>
              </a:ext>
            </a:extLst>
          </p:cNvPr>
          <p:cNvSpPr/>
          <p:nvPr/>
        </p:nvSpPr>
        <p:spPr>
          <a:xfrm flipH="1">
            <a:off x="7914972" y="2526068"/>
            <a:ext cx="45720" cy="161614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6485A8E-1801-E2AE-446D-9DA722677A3B}"/>
              </a:ext>
            </a:extLst>
          </p:cNvPr>
          <p:cNvSpPr txBox="1"/>
          <p:nvPr/>
        </p:nvSpPr>
        <p:spPr>
          <a:xfrm rot="16200000">
            <a:off x="7642815" y="3912253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576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Right Arrow 165">
            <a:extLst>
              <a:ext uri="{FF2B5EF4-FFF2-40B4-BE49-F238E27FC236}">
                <a16:creationId xmlns:a16="http://schemas.microsoft.com/office/drawing/2014/main" id="{9CEDFB59-248B-FA77-D726-EAE5DF2BDD85}"/>
              </a:ext>
            </a:extLst>
          </p:cNvPr>
          <p:cNvSpPr/>
          <p:nvPr/>
        </p:nvSpPr>
        <p:spPr>
          <a:xfrm>
            <a:off x="7773923" y="3226190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88562EC-34B5-ED2D-E191-7B259D33A61F}"/>
              </a:ext>
            </a:extLst>
          </p:cNvPr>
          <p:cNvSpPr txBox="1"/>
          <p:nvPr/>
        </p:nvSpPr>
        <p:spPr>
          <a:xfrm>
            <a:off x="7790444" y="2342368"/>
            <a:ext cx="298134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85C2686-1A6B-E979-827F-7111BA210642}"/>
              </a:ext>
            </a:extLst>
          </p:cNvPr>
          <p:cNvSpPr/>
          <p:nvPr/>
        </p:nvSpPr>
        <p:spPr>
          <a:xfrm flipH="1">
            <a:off x="8126866" y="2526068"/>
            <a:ext cx="18000" cy="161614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972274B-54BC-8097-913D-9209E0285A60}"/>
              </a:ext>
            </a:extLst>
          </p:cNvPr>
          <p:cNvSpPr txBox="1"/>
          <p:nvPr/>
        </p:nvSpPr>
        <p:spPr>
          <a:xfrm rot="16200000">
            <a:off x="7854712" y="3912253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576</a:t>
            </a:r>
            <a:r>
              <a:rPr lang="en-US" sz="801" baseline="30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80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Right Arrow 169">
            <a:extLst>
              <a:ext uri="{FF2B5EF4-FFF2-40B4-BE49-F238E27FC236}">
                <a16:creationId xmlns:a16="http://schemas.microsoft.com/office/drawing/2014/main" id="{AD9A4726-6A22-66FB-587E-98554BDCFD8B}"/>
              </a:ext>
            </a:extLst>
          </p:cNvPr>
          <p:cNvSpPr/>
          <p:nvPr/>
        </p:nvSpPr>
        <p:spPr>
          <a:xfrm>
            <a:off x="7985819" y="3226190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D93055E-3EFE-36C6-1C97-47D8A8A484AB}"/>
              </a:ext>
            </a:extLst>
          </p:cNvPr>
          <p:cNvSpPr txBox="1"/>
          <p:nvPr/>
        </p:nvSpPr>
        <p:spPr>
          <a:xfrm>
            <a:off x="7984144" y="2342368"/>
            <a:ext cx="298134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72" name="Right Arrow 171">
            <a:extLst>
              <a:ext uri="{FF2B5EF4-FFF2-40B4-BE49-F238E27FC236}">
                <a16:creationId xmlns:a16="http://schemas.microsoft.com/office/drawing/2014/main" id="{E0896BF6-03EE-E1EB-972A-1ED8A58B466B}"/>
              </a:ext>
            </a:extLst>
          </p:cNvPr>
          <p:cNvSpPr/>
          <p:nvPr/>
        </p:nvSpPr>
        <p:spPr>
          <a:xfrm>
            <a:off x="8179162" y="3226190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FF0000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4FC2D9C-06D5-8607-D4CD-0B1B9697434D}"/>
              </a:ext>
            </a:extLst>
          </p:cNvPr>
          <p:cNvSpPr/>
          <p:nvPr/>
        </p:nvSpPr>
        <p:spPr>
          <a:xfrm flipH="1">
            <a:off x="8335872" y="2526068"/>
            <a:ext cx="18000" cy="161614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C3C0079-8306-C143-62E3-28AAEC47A187}"/>
              </a:ext>
            </a:extLst>
          </p:cNvPr>
          <p:cNvSpPr txBox="1"/>
          <p:nvPr/>
        </p:nvSpPr>
        <p:spPr>
          <a:xfrm>
            <a:off x="8193151" y="2342368"/>
            <a:ext cx="298134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175" name="Picture 174" descr="A high angle view of trees&#10;&#10;AI-generated content may be incorrect.">
            <a:extLst>
              <a:ext uri="{FF2B5EF4-FFF2-40B4-BE49-F238E27FC236}">
                <a16:creationId xmlns:a16="http://schemas.microsoft.com/office/drawing/2014/main" id="{9DD4A733-4735-F57A-F2F3-7B6A2BA014F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5224" y="322215"/>
            <a:ext cx="1616149" cy="1616149"/>
          </a:xfrm>
          <a:prstGeom prst="rect">
            <a:avLst/>
          </a:prstGeom>
          <a:ln w="0">
            <a:solidFill>
              <a:schemeClr val="accent1">
                <a:shade val="15000"/>
              </a:schemeClr>
            </a:solidFill>
          </a:ln>
        </p:spPr>
      </p:pic>
      <p:sp>
        <p:nvSpPr>
          <p:cNvPr id="177" name="Right Arrow 176">
            <a:extLst>
              <a:ext uri="{FF2B5EF4-FFF2-40B4-BE49-F238E27FC236}">
                <a16:creationId xmlns:a16="http://schemas.microsoft.com/office/drawing/2014/main" id="{95697808-8509-FDFC-CC57-096CB8474CE2}"/>
              </a:ext>
            </a:extLst>
          </p:cNvPr>
          <p:cNvSpPr/>
          <p:nvPr/>
        </p:nvSpPr>
        <p:spPr>
          <a:xfrm>
            <a:off x="6851872" y="6273711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AB3ABC17-2C08-EA30-7BDF-C92644A3BB9F}"/>
              </a:ext>
            </a:extLst>
          </p:cNvPr>
          <p:cNvSpPr txBox="1"/>
          <p:nvPr/>
        </p:nvSpPr>
        <p:spPr>
          <a:xfrm>
            <a:off x="6916087" y="6205265"/>
            <a:ext cx="2072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 3x3, </a:t>
            </a:r>
            <a:r>
              <a:rPr lang="en-US" sz="12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padding 1</a:t>
            </a:r>
          </a:p>
          <a:p>
            <a:r>
              <a:rPr lang="en-US" sz="12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skip connection (copy)</a:t>
            </a:r>
          </a:p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 pool 2x2</a:t>
            </a:r>
          </a:p>
          <a:p>
            <a:r>
              <a:rPr lang="en-US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up-conv 2x2</a:t>
            </a:r>
          </a:p>
          <a:p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 1x1</a:t>
            </a:r>
          </a:p>
          <a:p>
            <a:r>
              <a:rPr lang="en-US" sz="1200" dirty="0" err="1">
                <a:solidFill>
                  <a:srgbClr val="FF4A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</a:t>
            </a:r>
            <a:r>
              <a:rPr lang="en-US" sz="1200" dirty="0">
                <a:solidFill>
                  <a:srgbClr val="FF4A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-max</a:t>
            </a:r>
          </a:p>
        </p:txBody>
      </p:sp>
      <p:sp>
        <p:nvSpPr>
          <p:cNvPr id="179" name="Right Arrow 178">
            <a:extLst>
              <a:ext uri="{FF2B5EF4-FFF2-40B4-BE49-F238E27FC236}">
                <a16:creationId xmlns:a16="http://schemas.microsoft.com/office/drawing/2014/main" id="{5551C4EA-F3B6-3EE8-C5AC-20FFFE4EEC72}"/>
              </a:ext>
            </a:extLst>
          </p:cNvPr>
          <p:cNvSpPr/>
          <p:nvPr/>
        </p:nvSpPr>
        <p:spPr>
          <a:xfrm>
            <a:off x="6851872" y="7189378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rgbClr val="FF0000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ight Arrow 179">
            <a:extLst>
              <a:ext uri="{FF2B5EF4-FFF2-40B4-BE49-F238E27FC236}">
                <a16:creationId xmlns:a16="http://schemas.microsoft.com/office/drawing/2014/main" id="{17588C9F-0E42-F2E0-F9A1-BF79F38AAE47}"/>
              </a:ext>
            </a:extLst>
          </p:cNvPr>
          <p:cNvSpPr/>
          <p:nvPr/>
        </p:nvSpPr>
        <p:spPr>
          <a:xfrm>
            <a:off x="6838433" y="6494348"/>
            <a:ext cx="152516" cy="90240"/>
          </a:xfrm>
          <a:prstGeom prst="rightArrow">
            <a:avLst>
              <a:gd name="adj1" fmla="val 49999"/>
              <a:gd name="adj2" fmla="val 100016"/>
            </a:avLst>
          </a:prstGeom>
          <a:solidFill>
            <a:schemeClr val="tx2">
              <a:lumMod val="50000"/>
              <a:lumOff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1" name="Right Arrow 180">
            <a:extLst>
              <a:ext uri="{FF2B5EF4-FFF2-40B4-BE49-F238E27FC236}">
                <a16:creationId xmlns:a16="http://schemas.microsoft.com/office/drawing/2014/main" id="{6C49AC5C-643E-D601-11EE-D427C3C6DE22}"/>
              </a:ext>
            </a:extLst>
          </p:cNvPr>
          <p:cNvSpPr/>
          <p:nvPr/>
        </p:nvSpPr>
        <p:spPr>
          <a:xfrm rot="5400000">
            <a:off x="6837610" y="6663109"/>
            <a:ext cx="154162" cy="113280"/>
          </a:xfrm>
          <a:prstGeom prst="rightArrow">
            <a:avLst>
              <a:gd name="adj1" fmla="val 49999"/>
              <a:gd name="adj2" fmla="val 71308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ight Arrow 181">
            <a:extLst>
              <a:ext uri="{FF2B5EF4-FFF2-40B4-BE49-F238E27FC236}">
                <a16:creationId xmlns:a16="http://schemas.microsoft.com/office/drawing/2014/main" id="{FC1FB39B-B8D7-201E-FCDB-52418FCB094E}"/>
              </a:ext>
            </a:extLst>
          </p:cNvPr>
          <p:cNvSpPr/>
          <p:nvPr/>
        </p:nvSpPr>
        <p:spPr>
          <a:xfrm rot="16200000">
            <a:off x="6837610" y="6834078"/>
            <a:ext cx="154162" cy="113280"/>
          </a:xfrm>
          <a:prstGeom prst="rightArrow">
            <a:avLst>
              <a:gd name="adj1" fmla="val 49999"/>
              <a:gd name="adj2" fmla="val 71308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ight Arrow 182">
            <a:extLst>
              <a:ext uri="{FF2B5EF4-FFF2-40B4-BE49-F238E27FC236}">
                <a16:creationId xmlns:a16="http://schemas.microsoft.com/office/drawing/2014/main" id="{B84A53AC-505B-7964-9CDE-DDB88EDC111B}"/>
              </a:ext>
            </a:extLst>
          </p:cNvPr>
          <p:cNvSpPr/>
          <p:nvPr/>
        </p:nvSpPr>
        <p:spPr>
          <a:xfrm>
            <a:off x="6851872" y="7006839"/>
            <a:ext cx="125638" cy="162559"/>
          </a:xfrm>
          <a:prstGeom prst="rightArrow">
            <a:avLst>
              <a:gd name="adj1" fmla="val 49999"/>
              <a:gd name="adj2" fmla="val 71308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EAF8E5A-8116-A151-6B4C-D9B528AC5C03}"/>
              </a:ext>
            </a:extLst>
          </p:cNvPr>
          <p:cNvSpPr txBox="1"/>
          <p:nvPr/>
        </p:nvSpPr>
        <p:spPr>
          <a:xfrm>
            <a:off x="7742121" y="1921391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576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252A6291-1073-7F36-F320-285DEFEE08F0}"/>
              </a:ext>
            </a:extLst>
          </p:cNvPr>
          <p:cNvSpPr txBox="1"/>
          <p:nvPr/>
        </p:nvSpPr>
        <p:spPr>
          <a:xfrm rot="16200000">
            <a:off x="6815354" y="983326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576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A58E165-E82C-0C4F-8784-5E53868C1F4B}"/>
              </a:ext>
            </a:extLst>
          </p:cNvPr>
          <p:cNvSpPr txBox="1"/>
          <p:nvPr/>
        </p:nvSpPr>
        <p:spPr>
          <a:xfrm rot="18928175">
            <a:off x="8665201" y="1883949"/>
            <a:ext cx="25067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6123C09-326C-DC5B-B362-02B35A826E1D}"/>
              </a:ext>
            </a:extLst>
          </p:cNvPr>
          <p:cNvSpPr txBox="1"/>
          <p:nvPr/>
        </p:nvSpPr>
        <p:spPr>
          <a:xfrm>
            <a:off x="6985123" y="2045232"/>
            <a:ext cx="1909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output segmentation map</a:t>
            </a:r>
          </a:p>
        </p:txBody>
      </p:sp>
      <p:pic>
        <p:nvPicPr>
          <p:cNvPr id="190" name="Picture 189" descr="A high angle view of trees&#10;&#10;AI-generated content may be incorrect.">
            <a:extLst>
              <a:ext uri="{FF2B5EF4-FFF2-40B4-BE49-F238E27FC236}">
                <a16:creationId xmlns:a16="http://schemas.microsoft.com/office/drawing/2014/main" id="{C06650AF-AAC6-9A26-341E-BAB54339232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3881" y="164477"/>
            <a:ext cx="1616149" cy="1616149"/>
          </a:xfrm>
          <a:prstGeom prst="rect">
            <a:avLst/>
          </a:prstGeom>
        </p:spPr>
      </p:pic>
      <p:pic>
        <p:nvPicPr>
          <p:cNvPr id="191" name="Picture 190" descr="A high angle view of trees&#10;&#10;AI-generated content may be incorrect.">
            <a:extLst>
              <a:ext uri="{FF2B5EF4-FFF2-40B4-BE49-F238E27FC236}">
                <a16:creationId xmlns:a16="http://schemas.microsoft.com/office/drawing/2014/main" id="{A9334AE9-5054-9F4E-1BCE-C3C96956242F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549905" y="218453"/>
            <a:ext cx="1616149" cy="1616149"/>
          </a:xfrm>
          <a:prstGeom prst="rect">
            <a:avLst/>
          </a:prstGeom>
        </p:spPr>
      </p:pic>
      <p:pic>
        <p:nvPicPr>
          <p:cNvPr id="192" name="Picture 191" descr="A high angle view of trees&#10;&#10;AI-generated content may be incorrect.">
            <a:extLst>
              <a:ext uri="{FF2B5EF4-FFF2-40B4-BE49-F238E27FC236}">
                <a16:creationId xmlns:a16="http://schemas.microsoft.com/office/drawing/2014/main" id="{1C00234D-F356-3335-17BB-D7698C8376D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5930" y="272428"/>
            <a:ext cx="1616149" cy="1616149"/>
          </a:xfrm>
          <a:prstGeom prst="rect">
            <a:avLst/>
          </a:prstGeom>
        </p:spPr>
      </p:pic>
      <p:pic>
        <p:nvPicPr>
          <p:cNvPr id="193" name="Picture 192" descr="A high angle view of trees&#10;&#10;AI-generated content may be incorrect.">
            <a:extLst>
              <a:ext uri="{FF2B5EF4-FFF2-40B4-BE49-F238E27FC236}">
                <a16:creationId xmlns:a16="http://schemas.microsoft.com/office/drawing/2014/main" id="{DB823D68-DA49-F38A-F841-50FDF0CB2BC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1956" y="326405"/>
            <a:ext cx="1616149" cy="1616149"/>
          </a:xfrm>
          <a:prstGeom prst="rect">
            <a:avLst/>
          </a:prstGeom>
        </p:spPr>
      </p:pic>
      <p:pic>
        <p:nvPicPr>
          <p:cNvPr id="194" name="Picture 193" descr="A high angle view of trees&#10;&#10;AI-generated content may be incorrect.">
            <a:extLst>
              <a:ext uri="{FF2B5EF4-FFF2-40B4-BE49-F238E27FC236}">
                <a16:creationId xmlns:a16="http://schemas.microsoft.com/office/drawing/2014/main" id="{D254FF75-3217-D087-5406-2855787AA2A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87980" y="380380"/>
            <a:ext cx="1616149" cy="1616149"/>
          </a:xfrm>
          <a:prstGeom prst="rect">
            <a:avLst/>
          </a:prstGeom>
        </p:spPr>
      </p:pic>
      <p:sp>
        <p:nvSpPr>
          <p:cNvPr id="195" name="TextBox 194">
            <a:extLst>
              <a:ext uri="{FF2B5EF4-FFF2-40B4-BE49-F238E27FC236}">
                <a16:creationId xmlns:a16="http://schemas.microsoft.com/office/drawing/2014/main" id="{E383308B-156B-5E2A-85E6-6DCE99189BBD}"/>
              </a:ext>
            </a:extLst>
          </p:cNvPr>
          <p:cNvSpPr txBox="1"/>
          <p:nvPr/>
        </p:nvSpPr>
        <p:spPr>
          <a:xfrm>
            <a:off x="1037668" y="1964751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576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AA810EC8-5DEB-0A86-D6C3-1BDE0C73B4AC}"/>
              </a:ext>
            </a:extLst>
          </p:cNvPr>
          <p:cNvSpPr txBox="1"/>
          <p:nvPr/>
        </p:nvSpPr>
        <p:spPr>
          <a:xfrm rot="16200000">
            <a:off x="110901" y="1026688"/>
            <a:ext cx="424721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576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3F1FD74-1ECC-BBDD-4FC3-977CA4397CE9}"/>
              </a:ext>
            </a:extLst>
          </p:cNvPr>
          <p:cNvSpPr txBox="1"/>
          <p:nvPr/>
        </p:nvSpPr>
        <p:spPr>
          <a:xfrm>
            <a:off x="307065" y="2106216"/>
            <a:ext cx="1846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input image tile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A83A3ED-651E-045A-749F-F85562BF0628}"/>
              </a:ext>
            </a:extLst>
          </p:cNvPr>
          <p:cNvSpPr txBox="1"/>
          <p:nvPr/>
        </p:nvSpPr>
        <p:spPr>
          <a:xfrm rot="18928175">
            <a:off x="2094691" y="1847632"/>
            <a:ext cx="250670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599323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1104</TotalTime>
  <Words>167</Words>
  <Application>Microsoft Macintosh PowerPoint</Application>
  <PresentationFormat>Custom</PresentationFormat>
  <Paragraphs>148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Pfaff</dc:creator>
  <cp:lastModifiedBy>Robin Pfaff</cp:lastModifiedBy>
  <cp:revision>2</cp:revision>
  <cp:lastPrinted>2025-11-15T05:16:56Z</cp:lastPrinted>
  <dcterms:created xsi:type="dcterms:W3CDTF">2025-04-25T03:00:30Z</dcterms:created>
  <dcterms:modified xsi:type="dcterms:W3CDTF">2025-11-15T21:18:23Z</dcterms:modified>
</cp:coreProperties>
</file>